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4" r:id="rId6"/>
    <p:sldId id="261" r:id="rId7"/>
    <p:sldId id="262" r:id="rId8"/>
    <p:sldId id="265" r:id="rId9"/>
    <p:sldId id="263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90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AE7AB-4880-4550-B566-EEA0960A5EE3}" type="doc">
      <dgm:prSet loTypeId="urn:microsoft.com/office/officeart/2005/8/layout/hList1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AF3D5264-9657-45A7-AD72-539EA2AB96DA}">
      <dgm:prSet phldrT="[Text]" phldr="0"/>
      <dgm:spPr/>
      <dgm:t>
        <a:bodyPr/>
        <a:lstStyle/>
        <a:p>
          <a:pPr>
            <a:buNone/>
          </a:pPr>
          <a:r>
            <a:rPr lang="en-US" dirty="0"/>
            <a:t>Front End</a:t>
          </a:r>
        </a:p>
      </dgm:t>
    </dgm:pt>
    <dgm:pt modelId="{AB3BA6F5-B8EF-4E76-A665-133FB14F6E59}" type="parTrans" cxnId="{E1E9E5EC-2CCE-4462-B526-8DA1A568F7AE}">
      <dgm:prSet/>
      <dgm:spPr/>
      <dgm:t>
        <a:bodyPr/>
        <a:lstStyle/>
        <a:p>
          <a:endParaRPr lang="en-US"/>
        </a:p>
      </dgm:t>
    </dgm:pt>
    <dgm:pt modelId="{3B2CE0EC-10E0-4E38-A0DC-0DAA6DBC4A1C}" type="sibTrans" cxnId="{E1E9E5EC-2CCE-4462-B526-8DA1A568F7AE}">
      <dgm:prSet/>
      <dgm:spPr/>
      <dgm:t>
        <a:bodyPr/>
        <a:lstStyle/>
        <a:p>
          <a:endParaRPr lang="en-US"/>
        </a:p>
      </dgm:t>
    </dgm:pt>
    <dgm:pt modelId="{CEB3EE91-7383-48A5-AF36-595D3252A668}">
      <dgm:prSet phldrT="[Text]"/>
      <dgm:spPr/>
      <dgm:t>
        <a:bodyPr/>
        <a:lstStyle/>
        <a:p>
          <a:pPr>
            <a:buNone/>
          </a:pPr>
          <a:r>
            <a:rPr lang="en-US" dirty="0"/>
            <a:t>Java Swing</a:t>
          </a:r>
        </a:p>
      </dgm:t>
    </dgm:pt>
    <dgm:pt modelId="{9A3E6E4D-2D5F-4814-A6C3-D6D8ABC9B7E6}" type="parTrans" cxnId="{3B923FC2-6388-47DF-AEEF-E564BE69D59D}">
      <dgm:prSet/>
      <dgm:spPr/>
      <dgm:t>
        <a:bodyPr/>
        <a:lstStyle/>
        <a:p>
          <a:endParaRPr lang="en-US"/>
        </a:p>
      </dgm:t>
    </dgm:pt>
    <dgm:pt modelId="{300BD416-C0BB-46E1-82C8-CE289CD0AF76}" type="sibTrans" cxnId="{3B923FC2-6388-47DF-AEEF-E564BE69D59D}">
      <dgm:prSet/>
      <dgm:spPr/>
      <dgm:t>
        <a:bodyPr/>
        <a:lstStyle/>
        <a:p>
          <a:endParaRPr lang="en-US"/>
        </a:p>
      </dgm:t>
    </dgm:pt>
    <dgm:pt modelId="{BCB3E21C-ABA7-46E5-BD43-1DDFD716FBA8}">
      <dgm:prSet phldrT="[Text]"/>
      <dgm:spPr/>
      <dgm:t>
        <a:bodyPr/>
        <a:lstStyle/>
        <a:p>
          <a:pPr>
            <a:buNone/>
          </a:pPr>
          <a:r>
            <a:rPr lang="en-US" dirty="0"/>
            <a:t>Back End</a:t>
          </a:r>
        </a:p>
      </dgm:t>
    </dgm:pt>
    <dgm:pt modelId="{572A9912-795D-4268-8DAB-330172BB7B1E}" type="parTrans" cxnId="{A732E6B7-7D03-4E60-9E71-87157FC5D1F6}">
      <dgm:prSet/>
      <dgm:spPr/>
      <dgm:t>
        <a:bodyPr/>
        <a:lstStyle/>
        <a:p>
          <a:endParaRPr lang="en-US"/>
        </a:p>
      </dgm:t>
    </dgm:pt>
    <dgm:pt modelId="{DB205107-34D8-44A8-B99C-52F7FE6E7EC5}" type="sibTrans" cxnId="{A732E6B7-7D03-4E60-9E71-87157FC5D1F6}">
      <dgm:prSet/>
      <dgm:spPr/>
      <dgm:t>
        <a:bodyPr/>
        <a:lstStyle/>
        <a:p>
          <a:endParaRPr lang="en-US"/>
        </a:p>
      </dgm:t>
    </dgm:pt>
    <dgm:pt modelId="{E336D9FE-F687-4C0A-8F63-FB17AC253520}">
      <dgm:prSet phldrT="[Text]"/>
      <dgm:spPr/>
      <dgm:t>
        <a:bodyPr/>
        <a:lstStyle/>
        <a:p>
          <a:pPr>
            <a:buNone/>
          </a:pPr>
          <a:r>
            <a:rPr lang="en-US" dirty="0"/>
            <a:t>Connectivity</a:t>
          </a:r>
        </a:p>
      </dgm:t>
    </dgm:pt>
    <dgm:pt modelId="{6007B1DB-AC99-4790-9A97-BB902903FA39}" type="parTrans" cxnId="{E960E6D4-9DDB-4154-9367-5E18B5AB110C}">
      <dgm:prSet/>
      <dgm:spPr/>
      <dgm:t>
        <a:bodyPr/>
        <a:lstStyle/>
        <a:p>
          <a:endParaRPr lang="en-US"/>
        </a:p>
      </dgm:t>
    </dgm:pt>
    <dgm:pt modelId="{11FB897F-2A30-4274-B19B-9636C4693E8B}" type="sibTrans" cxnId="{E960E6D4-9DDB-4154-9367-5E18B5AB110C}">
      <dgm:prSet/>
      <dgm:spPr/>
      <dgm:t>
        <a:bodyPr/>
        <a:lstStyle/>
        <a:p>
          <a:endParaRPr lang="en-US"/>
        </a:p>
      </dgm:t>
    </dgm:pt>
    <dgm:pt modelId="{8F1349B5-0399-4E38-9F53-88BB866457AD}">
      <dgm:prSet phldrT="[Text]"/>
      <dgm:spPr/>
      <dgm:t>
        <a:bodyPr/>
        <a:lstStyle/>
        <a:p>
          <a:pPr>
            <a:buNone/>
          </a:pPr>
          <a:r>
            <a:rPr lang="en-US" dirty="0"/>
            <a:t> </a:t>
          </a:r>
          <a:r>
            <a:rPr lang="en-US" dirty="0" err="1"/>
            <a:t>JFrame</a:t>
          </a:r>
          <a:endParaRPr lang="en-US" dirty="0"/>
        </a:p>
      </dgm:t>
    </dgm:pt>
    <dgm:pt modelId="{C9BE5B25-6759-4A4C-B0A8-E077DF966AC6}" type="parTrans" cxnId="{47E9A034-FFD2-4187-8770-FA4213FE5EE8}">
      <dgm:prSet/>
      <dgm:spPr/>
    </dgm:pt>
    <dgm:pt modelId="{88387EF9-68F4-406F-9486-6743D4886AAC}" type="sibTrans" cxnId="{47E9A034-FFD2-4187-8770-FA4213FE5EE8}">
      <dgm:prSet/>
      <dgm:spPr/>
    </dgm:pt>
    <dgm:pt modelId="{6502294A-EDD4-49D7-A4B2-680312384CD6}">
      <dgm:prSet phldrT="[Text]"/>
      <dgm:spPr/>
      <dgm:t>
        <a:bodyPr/>
        <a:lstStyle/>
        <a:p>
          <a:pPr>
            <a:buNone/>
          </a:pPr>
          <a:r>
            <a:rPr lang="en-US" dirty="0" err="1"/>
            <a:t>JLabel</a:t>
          </a:r>
          <a:endParaRPr lang="en-US" dirty="0"/>
        </a:p>
      </dgm:t>
    </dgm:pt>
    <dgm:pt modelId="{B3F50C3C-2C42-4D9B-AF1F-E92FFDD66329}" type="parTrans" cxnId="{ED6E1180-B3E7-4638-8660-62DCDF31907E}">
      <dgm:prSet/>
      <dgm:spPr/>
    </dgm:pt>
    <dgm:pt modelId="{C0324DDD-67EB-4FB3-BF2E-13A152871855}" type="sibTrans" cxnId="{ED6E1180-B3E7-4638-8660-62DCDF31907E}">
      <dgm:prSet/>
      <dgm:spPr/>
    </dgm:pt>
    <dgm:pt modelId="{96C9A1D5-9C13-48E4-B414-660408101185}">
      <dgm:prSet phldrT="[Text]"/>
      <dgm:spPr/>
      <dgm:t>
        <a:bodyPr/>
        <a:lstStyle/>
        <a:p>
          <a:pPr>
            <a:buNone/>
          </a:pPr>
          <a:r>
            <a:rPr lang="en-US" dirty="0" err="1"/>
            <a:t>JTextField</a:t>
          </a:r>
          <a:endParaRPr lang="en-US" dirty="0"/>
        </a:p>
      </dgm:t>
    </dgm:pt>
    <dgm:pt modelId="{1B37DD50-88D9-46A6-A374-1810A6BF48DD}" type="parTrans" cxnId="{87240D79-5344-4F69-88BD-6B712B06206D}">
      <dgm:prSet/>
      <dgm:spPr/>
    </dgm:pt>
    <dgm:pt modelId="{4467D09D-5BAF-48A9-8369-452873A4E65A}" type="sibTrans" cxnId="{87240D79-5344-4F69-88BD-6B712B06206D}">
      <dgm:prSet/>
      <dgm:spPr/>
    </dgm:pt>
    <dgm:pt modelId="{37B7F810-8853-4C7F-9829-0EF748B00006}">
      <dgm:prSet phldrT="[Text]"/>
      <dgm:spPr/>
      <dgm:t>
        <a:bodyPr/>
        <a:lstStyle/>
        <a:p>
          <a:pPr>
            <a:buNone/>
          </a:pPr>
          <a:r>
            <a:rPr lang="en-US"/>
            <a:t>JButton</a:t>
          </a:r>
          <a:endParaRPr lang="en-US" dirty="0"/>
        </a:p>
      </dgm:t>
    </dgm:pt>
    <dgm:pt modelId="{0A5DB116-EF7A-4A40-ACE5-B9452B6D5920}" type="parTrans" cxnId="{F0D8F725-4A76-4EE5-B47D-B4B80710A9FF}">
      <dgm:prSet/>
      <dgm:spPr/>
    </dgm:pt>
    <dgm:pt modelId="{185712C4-E18F-408F-A626-7F8AE5C6C2BF}" type="sibTrans" cxnId="{F0D8F725-4A76-4EE5-B47D-B4B80710A9FF}">
      <dgm:prSet/>
      <dgm:spPr/>
    </dgm:pt>
    <dgm:pt modelId="{1B28F3EF-C2A7-4698-BB8C-4D311D35B832}">
      <dgm:prSet phldrT="[Text]"/>
      <dgm:spPr/>
      <dgm:t>
        <a:bodyPr/>
        <a:lstStyle/>
        <a:p>
          <a:pPr>
            <a:buNone/>
          </a:pPr>
          <a:r>
            <a:rPr lang="en-US" dirty="0"/>
            <a:t>Development Tool</a:t>
          </a:r>
        </a:p>
      </dgm:t>
    </dgm:pt>
    <dgm:pt modelId="{E8A64BA8-666A-4626-8505-A7C141F6E29D}" type="parTrans" cxnId="{39E1FC0B-D619-4F0F-BF5E-4FB5134BD04C}">
      <dgm:prSet/>
      <dgm:spPr/>
    </dgm:pt>
    <dgm:pt modelId="{02390D5A-1AEE-42FB-BBDB-D00560D0BCE3}" type="sibTrans" cxnId="{39E1FC0B-D619-4F0F-BF5E-4FB5134BD04C}">
      <dgm:prSet/>
      <dgm:spPr/>
    </dgm:pt>
    <dgm:pt modelId="{577AA625-0B52-40FE-93CD-37BE5A83046A}">
      <dgm:prSet/>
      <dgm:spPr/>
      <dgm:t>
        <a:bodyPr/>
        <a:lstStyle/>
        <a:p>
          <a:r>
            <a:rPr lang="en-US" dirty="0"/>
            <a:t>MySQL Database</a:t>
          </a:r>
        </a:p>
      </dgm:t>
    </dgm:pt>
    <dgm:pt modelId="{8B346C7F-7025-4055-83CF-3C1CCAF6B875}" type="parTrans" cxnId="{B3DBA8C7-4D27-4FBC-BE22-174C535754F9}">
      <dgm:prSet/>
      <dgm:spPr/>
    </dgm:pt>
    <dgm:pt modelId="{F124BA46-90F4-407D-B0BF-6898A84488D5}" type="sibTrans" cxnId="{B3DBA8C7-4D27-4FBC-BE22-174C535754F9}">
      <dgm:prSet/>
      <dgm:spPr/>
    </dgm:pt>
    <dgm:pt modelId="{50447800-B927-4865-814E-ED066D40898D}">
      <dgm:prSet/>
      <dgm:spPr/>
      <dgm:t>
        <a:bodyPr/>
        <a:lstStyle/>
        <a:p>
          <a:pPr>
            <a:buNone/>
          </a:pPr>
          <a:r>
            <a:rPr lang="en-US"/>
            <a:t>JDBC (Java Database Connectivity)</a:t>
          </a:r>
        </a:p>
      </dgm:t>
    </dgm:pt>
    <dgm:pt modelId="{1BBC6D54-07D8-43E5-9550-6691F53D71A5}" type="parTrans" cxnId="{56B3AAE4-8C4F-4EAB-94D2-EFA0808932DD}">
      <dgm:prSet/>
      <dgm:spPr/>
    </dgm:pt>
    <dgm:pt modelId="{285D3012-C7F0-479B-B740-739E4DD43122}" type="sibTrans" cxnId="{56B3AAE4-8C4F-4EAB-94D2-EFA0808932DD}">
      <dgm:prSet/>
      <dgm:spPr/>
    </dgm:pt>
    <dgm:pt modelId="{82ADE896-BAAB-4B80-82C1-88EBFE0DCE01}">
      <dgm:prSet/>
      <dgm:spPr/>
      <dgm:t>
        <a:bodyPr/>
        <a:lstStyle/>
        <a:p>
          <a:pPr>
            <a:buNone/>
          </a:pPr>
          <a:r>
            <a:rPr lang="en-US"/>
            <a:t>IntelliJ IDEA / NetBeans</a:t>
          </a:r>
        </a:p>
      </dgm:t>
    </dgm:pt>
    <dgm:pt modelId="{EA644745-6943-4424-89E6-34B242030604}" type="parTrans" cxnId="{BCE0D97B-DE71-4AC7-BB9B-C87BA95D5F94}">
      <dgm:prSet/>
      <dgm:spPr/>
    </dgm:pt>
    <dgm:pt modelId="{0AE8BB49-9EF4-4DFC-BCEE-193B1A5DA4B0}" type="sibTrans" cxnId="{BCE0D97B-DE71-4AC7-BB9B-C87BA95D5F94}">
      <dgm:prSet/>
      <dgm:spPr/>
    </dgm:pt>
    <dgm:pt modelId="{44C0F10E-AC8B-4289-BC4C-99FF32FFE1E6}" type="pres">
      <dgm:prSet presAssocID="{F65AE7AB-4880-4550-B566-EEA0960A5EE3}" presName="Name0" presStyleCnt="0">
        <dgm:presLayoutVars>
          <dgm:dir/>
          <dgm:animLvl val="lvl"/>
          <dgm:resizeHandles val="exact"/>
        </dgm:presLayoutVars>
      </dgm:prSet>
      <dgm:spPr/>
    </dgm:pt>
    <dgm:pt modelId="{F6DC6CFD-E255-4651-B81D-381CB8CC07FE}" type="pres">
      <dgm:prSet presAssocID="{AF3D5264-9657-45A7-AD72-539EA2AB96DA}" presName="composite" presStyleCnt="0"/>
      <dgm:spPr/>
    </dgm:pt>
    <dgm:pt modelId="{CAD615A7-C7F1-4ABE-BED6-073ABF3A2AA0}" type="pres">
      <dgm:prSet presAssocID="{AF3D5264-9657-45A7-AD72-539EA2AB96D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3513214-E396-4EBF-BC87-D4B8717B1568}" type="pres">
      <dgm:prSet presAssocID="{AF3D5264-9657-45A7-AD72-539EA2AB96DA}" presName="desTx" presStyleLbl="alignAccFollowNode1" presStyleIdx="0" presStyleCnt="4">
        <dgm:presLayoutVars>
          <dgm:bulletEnabled val="1"/>
        </dgm:presLayoutVars>
      </dgm:prSet>
      <dgm:spPr/>
    </dgm:pt>
    <dgm:pt modelId="{4C3A6A97-3ABC-4B3B-86E0-15B667EB569A}" type="pres">
      <dgm:prSet presAssocID="{3B2CE0EC-10E0-4E38-A0DC-0DAA6DBC4A1C}" presName="space" presStyleCnt="0"/>
      <dgm:spPr/>
    </dgm:pt>
    <dgm:pt modelId="{59F9ACD1-6365-497E-A7DF-9534DD7482F3}" type="pres">
      <dgm:prSet presAssocID="{BCB3E21C-ABA7-46E5-BD43-1DDFD716FBA8}" presName="composite" presStyleCnt="0"/>
      <dgm:spPr/>
    </dgm:pt>
    <dgm:pt modelId="{4ECA8856-52CD-4386-A969-2B7E4068C31D}" type="pres">
      <dgm:prSet presAssocID="{BCB3E21C-ABA7-46E5-BD43-1DDFD716FBA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C72E445-03EF-4307-852B-6DEEB7CA6BC7}" type="pres">
      <dgm:prSet presAssocID="{BCB3E21C-ABA7-46E5-BD43-1DDFD716FBA8}" presName="desTx" presStyleLbl="alignAccFollowNode1" presStyleIdx="1" presStyleCnt="4">
        <dgm:presLayoutVars>
          <dgm:bulletEnabled val="1"/>
        </dgm:presLayoutVars>
      </dgm:prSet>
      <dgm:spPr/>
    </dgm:pt>
    <dgm:pt modelId="{63CE35D1-6327-4F29-86FA-ACFE61AC52AF}" type="pres">
      <dgm:prSet presAssocID="{DB205107-34D8-44A8-B99C-52F7FE6E7EC5}" presName="space" presStyleCnt="0"/>
      <dgm:spPr/>
    </dgm:pt>
    <dgm:pt modelId="{7285BEEA-933E-41AA-8E26-106E2D367FB3}" type="pres">
      <dgm:prSet presAssocID="{E336D9FE-F687-4C0A-8F63-FB17AC253520}" presName="composite" presStyleCnt="0"/>
      <dgm:spPr/>
    </dgm:pt>
    <dgm:pt modelId="{2ACDAFCD-9596-42BD-AE39-3B49A6DD0465}" type="pres">
      <dgm:prSet presAssocID="{E336D9FE-F687-4C0A-8F63-FB17AC25352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A80109A-9F15-43B6-8E54-774552F0FA2B}" type="pres">
      <dgm:prSet presAssocID="{E336D9FE-F687-4C0A-8F63-FB17AC253520}" presName="desTx" presStyleLbl="alignAccFollowNode1" presStyleIdx="2" presStyleCnt="4">
        <dgm:presLayoutVars>
          <dgm:bulletEnabled val="1"/>
        </dgm:presLayoutVars>
      </dgm:prSet>
      <dgm:spPr/>
    </dgm:pt>
    <dgm:pt modelId="{9C610E09-E3BA-4E4C-AD71-9E66FDBE6F7C}" type="pres">
      <dgm:prSet presAssocID="{11FB897F-2A30-4274-B19B-9636C4693E8B}" presName="space" presStyleCnt="0"/>
      <dgm:spPr/>
    </dgm:pt>
    <dgm:pt modelId="{4592A882-6BEC-4B48-A93D-C25ED110EF58}" type="pres">
      <dgm:prSet presAssocID="{1B28F3EF-C2A7-4698-BB8C-4D311D35B832}" presName="composite" presStyleCnt="0"/>
      <dgm:spPr/>
    </dgm:pt>
    <dgm:pt modelId="{127F37AA-BAFA-4056-91D4-30B1EA57FE73}" type="pres">
      <dgm:prSet presAssocID="{1B28F3EF-C2A7-4698-BB8C-4D311D35B83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7D2E22F-0BFF-4C0E-88B9-288249D17182}" type="pres">
      <dgm:prSet presAssocID="{1B28F3EF-C2A7-4698-BB8C-4D311D35B83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9E1FC0B-D619-4F0F-BF5E-4FB5134BD04C}" srcId="{F65AE7AB-4880-4550-B566-EEA0960A5EE3}" destId="{1B28F3EF-C2A7-4698-BB8C-4D311D35B832}" srcOrd="3" destOrd="0" parTransId="{E8A64BA8-666A-4626-8505-A7C141F6E29D}" sibTransId="{02390D5A-1AEE-42FB-BBDB-D00560D0BCE3}"/>
    <dgm:cxn modelId="{36C4BC16-CEA4-430E-943E-0B09520F0F3A}" type="presOf" srcId="{577AA625-0B52-40FE-93CD-37BE5A83046A}" destId="{4C72E445-03EF-4307-852B-6DEEB7CA6BC7}" srcOrd="0" destOrd="0" presId="urn:microsoft.com/office/officeart/2005/8/layout/hList1"/>
    <dgm:cxn modelId="{F0D8F725-4A76-4EE5-B47D-B4B80710A9FF}" srcId="{AF3D5264-9657-45A7-AD72-539EA2AB96DA}" destId="{37B7F810-8853-4C7F-9829-0EF748B00006}" srcOrd="4" destOrd="0" parTransId="{0A5DB116-EF7A-4A40-ACE5-B9452B6D5920}" sibTransId="{185712C4-E18F-408F-A626-7F8AE5C6C2BF}"/>
    <dgm:cxn modelId="{47E9A034-FFD2-4187-8770-FA4213FE5EE8}" srcId="{AF3D5264-9657-45A7-AD72-539EA2AB96DA}" destId="{8F1349B5-0399-4E38-9F53-88BB866457AD}" srcOrd="1" destOrd="0" parTransId="{C9BE5B25-6759-4A4C-B0A8-E077DF966AC6}" sibTransId="{88387EF9-68F4-406F-9486-6743D4886AAC}"/>
    <dgm:cxn modelId="{9E9B2E36-7477-4FF6-8407-B5473923FE87}" type="presOf" srcId="{96C9A1D5-9C13-48E4-B414-660408101185}" destId="{53513214-E396-4EBF-BC87-D4B8717B1568}" srcOrd="0" destOrd="3" presId="urn:microsoft.com/office/officeart/2005/8/layout/hList1"/>
    <dgm:cxn modelId="{BBA0A73B-ED95-4CEA-B600-AEB5658EF957}" type="presOf" srcId="{37B7F810-8853-4C7F-9829-0EF748B00006}" destId="{53513214-E396-4EBF-BC87-D4B8717B1568}" srcOrd="0" destOrd="4" presId="urn:microsoft.com/office/officeart/2005/8/layout/hList1"/>
    <dgm:cxn modelId="{F9731740-F1C9-43B0-80EE-218B31477548}" type="presOf" srcId="{E336D9FE-F687-4C0A-8F63-FB17AC253520}" destId="{2ACDAFCD-9596-42BD-AE39-3B49A6DD0465}" srcOrd="0" destOrd="0" presId="urn:microsoft.com/office/officeart/2005/8/layout/hList1"/>
    <dgm:cxn modelId="{B9E58546-85DF-409B-800A-0839C1ED3F14}" type="presOf" srcId="{8F1349B5-0399-4E38-9F53-88BB866457AD}" destId="{53513214-E396-4EBF-BC87-D4B8717B1568}" srcOrd="0" destOrd="1" presId="urn:microsoft.com/office/officeart/2005/8/layout/hList1"/>
    <dgm:cxn modelId="{F7A8394A-34DC-4549-9805-322C526844AA}" type="presOf" srcId="{6502294A-EDD4-49D7-A4B2-680312384CD6}" destId="{53513214-E396-4EBF-BC87-D4B8717B1568}" srcOrd="0" destOrd="2" presId="urn:microsoft.com/office/officeart/2005/8/layout/hList1"/>
    <dgm:cxn modelId="{235D2270-74BB-4818-BD09-2971EEE7C171}" type="presOf" srcId="{F65AE7AB-4880-4550-B566-EEA0960A5EE3}" destId="{44C0F10E-AC8B-4289-BC4C-99FF32FFE1E6}" srcOrd="0" destOrd="0" presId="urn:microsoft.com/office/officeart/2005/8/layout/hList1"/>
    <dgm:cxn modelId="{38346552-298F-429F-A52D-336AD2932B2D}" type="presOf" srcId="{AF3D5264-9657-45A7-AD72-539EA2AB96DA}" destId="{CAD615A7-C7F1-4ABE-BED6-073ABF3A2AA0}" srcOrd="0" destOrd="0" presId="urn:microsoft.com/office/officeart/2005/8/layout/hList1"/>
    <dgm:cxn modelId="{68567853-0BBE-4A77-B6F3-268CCD9B55FE}" type="presOf" srcId="{50447800-B927-4865-814E-ED066D40898D}" destId="{AA80109A-9F15-43B6-8E54-774552F0FA2B}" srcOrd="0" destOrd="0" presId="urn:microsoft.com/office/officeart/2005/8/layout/hList1"/>
    <dgm:cxn modelId="{1F931555-95AE-4AC8-959D-8D1C3FAD8E34}" type="presOf" srcId="{CEB3EE91-7383-48A5-AF36-595D3252A668}" destId="{53513214-E396-4EBF-BC87-D4B8717B1568}" srcOrd="0" destOrd="0" presId="urn:microsoft.com/office/officeart/2005/8/layout/hList1"/>
    <dgm:cxn modelId="{92DADF56-931F-4A23-B452-AFAD4621A936}" type="presOf" srcId="{BCB3E21C-ABA7-46E5-BD43-1DDFD716FBA8}" destId="{4ECA8856-52CD-4386-A969-2B7E4068C31D}" srcOrd="0" destOrd="0" presId="urn:microsoft.com/office/officeart/2005/8/layout/hList1"/>
    <dgm:cxn modelId="{87240D79-5344-4F69-88BD-6B712B06206D}" srcId="{AF3D5264-9657-45A7-AD72-539EA2AB96DA}" destId="{96C9A1D5-9C13-48E4-B414-660408101185}" srcOrd="3" destOrd="0" parTransId="{1B37DD50-88D9-46A6-A374-1810A6BF48DD}" sibTransId="{4467D09D-5BAF-48A9-8369-452873A4E65A}"/>
    <dgm:cxn modelId="{BCE0D97B-DE71-4AC7-BB9B-C87BA95D5F94}" srcId="{1B28F3EF-C2A7-4698-BB8C-4D311D35B832}" destId="{82ADE896-BAAB-4B80-82C1-88EBFE0DCE01}" srcOrd="0" destOrd="0" parTransId="{EA644745-6943-4424-89E6-34B242030604}" sibTransId="{0AE8BB49-9EF4-4DFC-BCEE-193B1A5DA4B0}"/>
    <dgm:cxn modelId="{4064097C-9869-4F2E-8151-79D0BD805709}" type="presOf" srcId="{82ADE896-BAAB-4B80-82C1-88EBFE0DCE01}" destId="{C7D2E22F-0BFF-4C0E-88B9-288249D17182}" srcOrd="0" destOrd="0" presId="urn:microsoft.com/office/officeart/2005/8/layout/hList1"/>
    <dgm:cxn modelId="{ED6E1180-B3E7-4638-8660-62DCDF31907E}" srcId="{AF3D5264-9657-45A7-AD72-539EA2AB96DA}" destId="{6502294A-EDD4-49D7-A4B2-680312384CD6}" srcOrd="2" destOrd="0" parTransId="{B3F50C3C-2C42-4D9B-AF1F-E92FFDD66329}" sibTransId="{C0324DDD-67EB-4FB3-BF2E-13A152871855}"/>
    <dgm:cxn modelId="{936FEEB4-964C-4673-9AC9-D8999DD309E7}" type="presOf" srcId="{1B28F3EF-C2A7-4698-BB8C-4D311D35B832}" destId="{127F37AA-BAFA-4056-91D4-30B1EA57FE73}" srcOrd="0" destOrd="0" presId="urn:microsoft.com/office/officeart/2005/8/layout/hList1"/>
    <dgm:cxn modelId="{A732E6B7-7D03-4E60-9E71-87157FC5D1F6}" srcId="{F65AE7AB-4880-4550-B566-EEA0960A5EE3}" destId="{BCB3E21C-ABA7-46E5-BD43-1DDFD716FBA8}" srcOrd="1" destOrd="0" parTransId="{572A9912-795D-4268-8DAB-330172BB7B1E}" sibTransId="{DB205107-34D8-44A8-B99C-52F7FE6E7EC5}"/>
    <dgm:cxn modelId="{3B923FC2-6388-47DF-AEEF-E564BE69D59D}" srcId="{AF3D5264-9657-45A7-AD72-539EA2AB96DA}" destId="{CEB3EE91-7383-48A5-AF36-595D3252A668}" srcOrd="0" destOrd="0" parTransId="{9A3E6E4D-2D5F-4814-A6C3-D6D8ABC9B7E6}" sibTransId="{300BD416-C0BB-46E1-82C8-CE289CD0AF76}"/>
    <dgm:cxn modelId="{B3DBA8C7-4D27-4FBC-BE22-174C535754F9}" srcId="{BCB3E21C-ABA7-46E5-BD43-1DDFD716FBA8}" destId="{577AA625-0B52-40FE-93CD-37BE5A83046A}" srcOrd="0" destOrd="0" parTransId="{8B346C7F-7025-4055-83CF-3C1CCAF6B875}" sibTransId="{F124BA46-90F4-407D-B0BF-6898A84488D5}"/>
    <dgm:cxn modelId="{E960E6D4-9DDB-4154-9367-5E18B5AB110C}" srcId="{F65AE7AB-4880-4550-B566-EEA0960A5EE3}" destId="{E336D9FE-F687-4C0A-8F63-FB17AC253520}" srcOrd="2" destOrd="0" parTransId="{6007B1DB-AC99-4790-9A97-BB902903FA39}" sibTransId="{11FB897F-2A30-4274-B19B-9636C4693E8B}"/>
    <dgm:cxn modelId="{56B3AAE4-8C4F-4EAB-94D2-EFA0808932DD}" srcId="{E336D9FE-F687-4C0A-8F63-FB17AC253520}" destId="{50447800-B927-4865-814E-ED066D40898D}" srcOrd="0" destOrd="0" parTransId="{1BBC6D54-07D8-43E5-9550-6691F53D71A5}" sibTransId="{285D3012-C7F0-479B-B740-739E4DD43122}"/>
    <dgm:cxn modelId="{E1E9E5EC-2CCE-4462-B526-8DA1A568F7AE}" srcId="{F65AE7AB-4880-4550-B566-EEA0960A5EE3}" destId="{AF3D5264-9657-45A7-AD72-539EA2AB96DA}" srcOrd="0" destOrd="0" parTransId="{AB3BA6F5-B8EF-4E76-A665-133FB14F6E59}" sibTransId="{3B2CE0EC-10E0-4E38-A0DC-0DAA6DBC4A1C}"/>
    <dgm:cxn modelId="{3C9867E7-DD8B-4197-BA26-597E1977DE30}" type="presParOf" srcId="{44C0F10E-AC8B-4289-BC4C-99FF32FFE1E6}" destId="{F6DC6CFD-E255-4651-B81D-381CB8CC07FE}" srcOrd="0" destOrd="0" presId="urn:microsoft.com/office/officeart/2005/8/layout/hList1"/>
    <dgm:cxn modelId="{1ED6C858-2656-4A67-A21F-D42084B1A992}" type="presParOf" srcId="{F6DC6CFD-E255-4651-B81D-381CB8CC07FE}" destId="{CAD615A7-C7F1-4ABE-BED6-073ABF3A2AA0}" srcOrd="0" destOrd="0" presId="urn:microsoft.com/office/officeart/2005/8/layout/hList1"/>
    <dgm:cxn modelId="{E6CB3DE5-ABDC-4AB7-B33D-03725BE9E39F}" type="presParOf" srcId="{F6DC6CFD-E255-4651-B81D-381CB8CC07FE}" destId="{53513214-E396-4EBF-BC87-D4B8717B1568}" srcOrd="1" destOrd="0" presId="urn:microsoft.com/office/officeart/2005/8/layout/hList1"/>
    <dgm:cxn modelId="{67BA7F91-1078-4DBA-905D-A6B5B9EA564A}" type="presParOf" srcId="{44C0F10E-AC8B-4289-BC4C-99FF32FFE1E6}" destId="{4C3A6A97-3ABC-4B3B-86E0-15B667EB569A}" srcOrd="1" destOrd="0" presId="urn:microsoft.com/office/officeart/2005/8/layout/hList1"/>
    <dgm:cxn modelId="{89B5D07C-64D8-4FBD-9DFA-87AFEC266C95}" type="presParOf" srcId="{44C0F10E-AC8B-4289-BC4C-99FF32FFE1E6}" destId="{59F9ACD1-6365-497E-A7DF-9534DD7482F3}" srcOrd="2" destOrd="0" presId="urn:microsoft.com/office/officeart/2005/8/layout/hList1"/>
    <dgm:cxn modelId="{E27C90D1-AB89-4F6F-98CC-205D7B81C36A}" type="presParOf" srcId="{59F9ACD1-6365-497E-A7DF-9534DD7482F3}" destId="{4ECA8856-52CD-4386-A969-2B7E4068C31D}" srcOrd="0" destOrd="0" presId="urn:microsoft.com/office/officeart/2005/8/layout/hList1"/>
    <dgm:cxn modelId="{2A46F9E0-FD2D-4A8F-8C21-7AE244474857}" type="presParOf" srcId="{59F9ACD1-6365-497E-A7DF-9534DD7482F3}" destId="{4C72E445-03EF-4307-852B-6DEEB7CA6BC7}" srcOrd="1" destOrd="0" presId="urn:microsoft.com/office/officeart/2005/8/layout/hList1"/>
    <dgm:cxn modelId="{83316A63-E030-4661-97F7-6D8CED6D8730}" type="presParOf" srcId="{44C0F10E-AC8B-4289-BC4C-99FF32FFE1E6}" destId="{63CE35D1-6327-4F29-86FA-ACFE61AC52AF}" srcOrd="3" destOrd="0" presId="urn:microsoft.com/office/officeart/2005/8/layout/hList1"/>
    <dgm:cxn modelId="{3C089FC2-F12D-44F9-94DB-0D2003623FB7}" type="presParOf" srcId="{44C0F10E-AC8B-4289-BC4C-99FF32FFE1E6}" destId="{7285BEEA-933E-41AA-8E26-106E2D367FB3}" srcOrd="4" destOrd="0" presId="urn:microsoft.com/office/officeart/2005/8/layout/hList1"/>
    <dgm:cxn modelId="{09870463-5A2A-4EBA-B531-6A40A7927BB5}" type="presParOf" srcId="{7285BEEA-933E-41AA-8E26-106E2D367FB3}" destId="{2ACDAFCD-9596-42BD-AE39-3B49A6DD0465}" srcOrd="0" destOrd="0" presId="urn:microsoft.com/office/officeart/2005/8/layout/hList1"/>
    <dgm:cxn modelId="{E0CBCE1D-EFAF-43FA-80C4-72F9A42BE7E8}" type="presParOf" srcId="{7285BEEA-933E-41AA-8E26-106E2D367FB3}" destId="{AA80109A-9F15-43B6-8E54-774552F0FA2B}" srcOrd="1" destOrd="0" presId="urn:microsoft.com/office/officeart/2005/8/layout/hList1"/>
    <dgm:cxn modelId="{53636599-D958-408D-B0D1-D09B8019B8B3}" type="presParOf" srcId="{44C0F10E-AC8B-4289-BC4C-99FF32FFE1E6}" destId="{9C610E09-E3BA-4E4C-AD71-9E66FDBE6F7C}" srcOrd="5" destOrd="0" presId="urn:microsoft.com/office/officeart/2005/8/layout/hList1"/>
    <dgm:cxn modelId="{DECBBBDA-2494-45A3-BF2B-B12183103C9D}" type="presParOf" srcId="{44C0F10E-AC8B-4289-BC4C-99FF32FFE1E6}" destId="{4592A882-6BEC-4B48-A93D-C25ED110EF58}" srcOrd="6" destOrd="0" presId="urn:microsoft.com/office/officeart/2005/8/layout/hList1"/>
    <dgm:cxn modelId="{0455390F-D9A8-4C79-A73F-A0548BF068FE}" type="presParOf" srcId="{4592A882-6BEC-4B48-A93D-C25ED110EF58}" destId="{127F37AA-BAFA-4056-91D4-30B1EA57FE73}" srcOrd="0" destOrd="0" presId="urn:microsoft.com/office/officeart/2005/8/layout/hList1"/>
    <dgm:cxn modelId="{684A8B49-AD8E-4596-9637-8B4EAF44B912}" type="presParOf" srcId="{4592A882-6BEC-4B48-A93D-C25ED110EF58}" destId="{C7D2E22F-0BFF-4C0E-88B9-288249D171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FEA241-23C7-4ED8-9BC9-4B48D86D6500}" type="doc">
      <dgm:prSet loTypeId="urn:microsoft.com/office/officeart/2005/8/layout/list1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7A8DD734-9104-4154-BAF5-C61EF969DC9E}">
      <dgm:prSet phldrT="[Text]"/>
      <dgm:spPr/>
      <dgm:t>
        <a:bodyPr/>
        <a:lstStyle/>
        <a:p>
          <a:pPr>
            <a:buNone/>
          </a:pPr>
          <a:r>
            <a:rPr lang="en-US" dirty="0"/>
            <a:t>Easy to use interface</a:t>
          </a:r>
        </a:p>
      </dgm:t>
    </dgm:pt>
    <dgm:pt modelId="{40AB9CF4-020D-4FBA-859D-F790485861EA}" type="parTrans" cxnId="{A5BD8D17-6ECC-41FE-AB63-2C16A5E06EB7}">
      <dgm:prSet/>
      <dgm:spPr/>
      <dgm:t>
        <a:bodyPr/>
        <a:lstStyle/>
        <a:p>
          <a:endParaRPr lang="en-US"/>
        </a:p>
      </dgm:t>
    </dgm:pt>
    <dgm:pt modelId="{32B84E0C-0CFF-450F-8081-0044D05805E6}" type="sibTrans" cxnId="{A5BD8D17-6ECC-41FE-AB63-2C16A5E06EB7}">
      <dgm:prSet/>
      <dgm:spPr/>
      <dgm:t>
        <a:bodyPr/>
        <a:lstStyle/>
        <a:p>
          <a:endParaRPr lang="en-US"/>
        </a:p>
      </dgm:t>
    </dgm:pt>
    <dgm:pt modelId="{75924B2A-C8E6-4857-B9FE-395D4F836CBC}">
      <dgm:prSet phldrT="[Text]"/>
      <dgm:spPr/>
      <dgm:t>
        <a:bodyPr/>
        <a:lstStyle/>
        <a:p>
          <a:pPr>
            <a:buNone/>
          </a:pPr>
          <a:r>
            <a:rPr lang="en-US" dirty="0"/>
            <a:t>Fast data storage and retrieval</a:t>
          </a:r>
        </a:p>
      </dgm:t>
    </dgm:pt>
    <dgm:pt modelId="{43CD5295-6C96-449E-94C1-F98C2BEBFDEB}" type="parTrans" cxnId="{7C2E9BE9-411F-4209-BA81-CF748D54D73B}">
      <dgm:prSet/>
      <dgm:spPr/>
      <dgm:t>
        <a:bodyPr/>
        <a:lstStyle/>
        <a:p>
          <a:endParaRPr lang="en-US"/>
        </a:p>
      </dgm:t>
    </dgm:pt>
    <dgm:pt modelId="{4C231AE9-24E9-44DA-8AB7-2D82FC976E6F}" type="sibTrans" cxnId="{7C2E9BE9-411F-4209-BA81-CF748D54D73B}">
      <dgm:prSet/>
      <dgm:spPr/>
      <dgm:t>
        <a:bodyPr/>
        <a:lstStyle/>
        <a:p>
          <a:endParaRPr lang="en-US"/>
        </a:p>
      </dgm:t>
    </dgm:pt>
    <dgm:pt modelId="{698A7C52-CD57-4E2C-A502-8BD3A377AF81}">
      <dgm:prSet phldrT="[Text]"/>
      <dgm:spPr/>
      <dgm:t>
        <a:bodyPr/>
        <a:lstStyle/>
        <a:p>
          <a:pPr>
            <a:buNone/>
          </a:pPr>
          <a:r>
            <a:rPr lang="en-US" dirty="0"/>
            <a:t>Reduces manual work</a:t>
          </a:r>
        </a:p>
      </dgm:t>
    </dgm:pt>
    <dgm:pt modelId="{D851A1CE-E8E4-414E-810F-F07DD4AC0D7B}" type="parTrans" cxnId="{69B4A1DA-F7E2-45B0-930A-6ED77A14BBC1}">
      <dgm:prSet/>
      <dgm:spPr/>
      <dgm:t>
        <a:bodyPr/>
        <a:lstStyle/>
        <a:p>
          <a:endParaRPr lang="en-US"/>
        </a:p>
      </dgm:t>
    </dgm:pt>
    <dgm:pt modelId="{FB3AD88B-6FC9-40BB-8C00-B7CD3418D43E}" type="sibTrans" cxnId="{69B4A1DA-F7E2-45B0-930A-6ED77A14BBC1}">
      <dgm:prSet/>
      <dgm:spPr/>
      <dgm:t>
        <a:bodyPr/>
        <a:lstStyle/>
        <a:p>
          <a:endParaRPr lang="en-US"/>
        </a:p>
      </dgm:t>
    </dgm:pt>
    <dgm:pt modelId="{68927948-6FE4-4455-90B4-E55428CF5FEC}">
      <dgm:prSet phldrT="[Text]"/>
      <dgm:spPr/>
      <dgm:t>
        <a:bodyPr/>
        <a:lstStyle/>
        <a:p>
          <a:pPr>
            <a:buNone/>
          </a:pPr>
          <a:r>
            <a:rPr lang="en-US" dirty="0"/>
            <a:t>Improves data accuracy</a:t>
          </a:r>
        </a:p>
      </dgm:t>
    </dgm:pt>
    <dgm:pt modelId="{D6229BB9-4795-46D6-AF9D-8142F40C4109}" type="parTrans" cxnId="{BF8A2471-B30B-4F46-83C1-D049FD678AEE}">
      <dgm:prSet/>
      <dgm:spPr/>
      <dgm:t>
        <a:bodyPr/>
        <a:lstStyle/>
        <a:p>
          <a:endParaRPr lang="en-US"/>
        </a:p>
      </dgm:t>
    </dgm:pt>
    <dgm:pt modelId="{D8754B1C-D7F2-44BE-AA15-14B9CCEC0112}" type="sibTrans" cxnId="{BF8A2471-B30B-4F46-83C1-D049FD678AEE}">
      <dgm:prSet/>
      <dgm:spPr/>
      <dgm:t>
        <a:bodyPr/>
        <a:lstStyle/>
        <a:p>
          <a:endParaRPr lang="en-US"/>
        </a:p>
      </dgm:t>
    </dgm:pt>
    <dgm:pt modelId="{09EFBE7F-AE4D-47C0-B60C-78E1F855D7AE}">
      <dgm:prSet phldrT="[Text]"/>
      <dgm:spPr/>
      <dgm:t>
        <a:bodyPr/>
        <a:lstStyle/>
        <a:p>
          <a:pPr>
            <a:buNone/>
          </a:pPr>
          <a:r>
            <a:rPr lang="en-US"/>
            <a:t>Secure login system</a:t>
          </a:r>
          <a:endParaRPr lang="en-US" dirty="0"/>
        </a:p>
      </dgm:t>
    </dgm:pt>
    <dgm:pt modelId="{AEC81597-110E-4A69-8DE5-97C6CEA04C60}" type="parTrans" cxnId="{6F2F4722-9F77-463A-882F-5801F18C3CE6}">
      <dgm:prSet/>
      <dgm:spPr/>
      <dgm:t>
        <a:bodyPr/>
        <a:lstStyle/>
        <a:p>
          <a:endParaRPr lang="en-US"/>
        </a:p>
      </dgm:t>
    </dgm:pt>
    <dgm:pt modelId="{98AE027F-6980-44A5-AAA9-822565B562C4}" type="sibTrans" cxnId="{6F2F4722-9F77-463A-882F-5801F18C3CE6}">
      <dgm:prSet/>
      <dgm:spPr/>
      <dgm:t>
        <a:bodyPr/>
        <a:lstStyle/>
        <a:p>
          <a:endParaRPr lang="en-US"/>
        </a:p>
      </dgm:t>
    </dgm:pt>
    <dgm:pt modelId="{0F17405A-4718-4250-A1B9-BFCC38C09B8C}" type="pres">
      <dgm:prSet presAssocID="{32FEA241-23C7-4ED8-9BC9-4B48D86D6500}" presName="linear" presStyleCnt="0">
        <dgm:presLayoutVars>
          <dgm:dir/>
          <dgm:animLvl val="lvl"/>
          <dgm:resizeHandles val="exact"/>
        </dgm:presLayoutVars>
      </dgm:prSet>
      <dgm:spPr/>
    </dgm:pt>
    <dgm:pt modelId="{8A595B1B-930A-40AB-8578-96CF602ED71E}" type="pres">
      <dgm:prSet presAssocID="{7A8DD734-9104-4154-BAF5-C61EF969DC9E}" presName="parentLin" presStyleCnt="0"/>
      <dgm:spPr/>
    </dgm:pt>
    <dgm:pt modelId="{10E75106-51FE-43A6-896F-55263C3B7A3A}" type="pres">
      <dgm:prSet presAssocID="{7A8DD734-9104-4154-BAF5-C61EF969DC9E}" presName="parentLeftMargin" presStyleLbl="node1" presStyleIdx="0" presStyleCnt="5"/>
      <dgm:spPr/>
    </dgm:pt>
    <dgm:pt modelId="{BB021587-2496-48AC-B2C0-BD059535D340}" type="pres">
      <dgm:prSet presAssocID="{7A8DD734-9104-4154-BAF5-C61EF969DC9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35D926-7F52-48C2-9F9E-C5166475C13C}" type="pres">
      <dgm:prSet presAssocID="{7A8DD734-9104-4154-BAF5-C61EF969DC9E}" presName="negativeSpace" presStyleCnt="0"/>
      <dgm:spPr/>
    </dgm:pt>
    <dgm:pt modelId="{FE247014-8182-4C83-B902-1C1253779B5B}" type="pres">
      <dgm:prSet presAssocID="{7A8DD734-9104-4154-BAF5-C61EF969DC9E}" presName="childText" presStyleLbl="conFgAcc1" presStyleIdx="0" presStyleCnt="5">
        <dgm:presLayoutVars>
          <dgm:bulletEnabled val="1"/>
        </dgm:presLayoutVars>
      </dgm:prSet>
      <dgm:spPr/>
    </dgm:pt>
    <dgm:pt modelId="{DE9D0DB8-821F-4F71-A8FB-EFE29A93B291}" type="pres">
      <dgm:prSet presAssocID="{32B84E0C-0CFF-450F-8081-0044D05805E6}" presName="spaceBetweenRectangles" presStyleCnt="0"/>
      <dgm:spPr/>
    </dgm:pt>
    <dgm:pt modelId="{CD78AA13-F564-41C6-A0DA-2B4DD5902E14}" type="pres">
      <dgm:prSet presAssocID="{75924B2A-C8E6-4857-B9FE-395D4F836CBC}" presName="parentLin" presStyleCnt="0"/>
      <dgm:spPr/>
    </dgm:pt>
    <dgm:pt modelId="{A9B5A379-69E0-4136-A719-4D916C757961}" type="pres">
      <dgm:prSet presAssocID="{75924B2A-C8E6-4857-B9FE-395D4F836CBC}" presName="parentLeftMargin" presStyleLbl="node1" presStyleIdx="0" presStyleCnt="5"/>
      <dgm:spPr/>
    </dgm:pt>
    <dgm:pt modelId="{EE5786D0-5196-4600-8468-CA91580659E7}" type="pres">
      <dgm:prSet presAssocID="{75924B2A-C8E6-4857-B9FE-395D4F836C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D580C5-9747-410F-BAC9-53E36C5A573A}" type="pres">
      <dgm:prSet presAssocID="{75924B2A-C8E6-4857-B9FE-395D4F836CBC}" presName="negativeSpace" presStyleCnt="0"/>
      <dgm:spPr/>
    </dgm:pt>
    <dgm:pt modelId="{33C5B831-D8BA-4A31-AD3D-CCD82AA078C3}" type="pres">
      <dgm:prSet presAssocID="{75924B2A-C8E6-4857-B9FE-395D4F836CBC}" presName="childText" presStyleLbl="conFgAcc1" presStyleIdx="1" presStyleCnt="5">
        <dgm:presLayoutVars>
          <dgm:bulletEnabled val="1"/>
        </dgm:presLayoutVars>
      </dgm:prSet>
      <dgm:spPr/>
    </dgm:pt>
    <dgm:pt modelId="{C8C94286-813B-41EA-8D10-6B7450912EE9}" type="pres">
      <dgm:prSet presAssocID="{4C231AE9-24E9-44DA-8AB7-2D82FC976E6F}" presName="spaceBetweenRectangles" presStyleCnt="0"/>
      <dgm:spPr/>
    </dgm:pt>
    <dgm:pt modelId="{D117280D-9B73-4481-A49A-52FE79682667}" type="pres">
      <dgm:prSet presAssocID="{698A7C52-CD57-4E2C-A502-8BD3A377AF81}" presName="parentLin" presStyleCnt="0"/>
      <dgm:spPr/>
    </dgm:pt>
    <dgm:pt modelId="{FDB7EF85-C772-41ED-8427-32ECC9B28A5B}" type="pres">
      <dgm:prSet presAssocID="{698A7C52-CD57-4E2C-A502-8BD3A377AF81}" presName="parentLeftMargin" presStyleLbl="node1" presStyleIdx="1" presStyleCnt="5"/>
      <dgm:spPr/>
    </dgm:pt>
    <dgm:pt modelId="{75634A57-1AC9-44BC-96D7-30BDD0157C09}" type="pres">
      <dgm:prSet presAssocID="{698A7C52-CD57-4E2C-A502-8BD3A377AF8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89D0BE0-643C-46BA-8F28-20A0A8980F12}" type="pres">
      <dgm:prSet presAssocID="{698A7C52-CD57-4E2C-A502-8BD3A377AF81}" presName="negativeSpace" presStyleCnt="0"/>
      <dgm:spPr/>
    </dgm:pt>
    <dgm:pt modelId="{8F04888F-0C95-4162-9C67-E3A1138170AA}" type="pres">
      <dgm:prSet presAssocID="{698A7C52-CD57-4E2C-A502-8BD3A377AF81}" presName="childText" presStyleLbl="conFgAcc1" presStyleIdx="2" presStyleCnt="5">
        <dgm:presLayoutVars>
          <dgm:bulletEnabled val="1"/>
        </dgm:presLayoutVars>
      </dgm:prSet>
      <dgm:spPr/>
    </dgm:pt>
    <dgm:pt modelId="{A5180E92-8850-4F7E-8956-494D8AF002E8}" type="pres">
      <dgm:prSet presAssocID="{FB3AD88B-6FC9-40BB-8C00-B7CD3418D43E}" presName="spaceBetweenRectangles" presStyleCnt="0"/>
      <dgm:spPr/>
    </dgm:pt>
    <dgm:pt modelId="{A2CF4E8C-69A5-446A-8A42-4C458C7BB456}" type="pres">
      <dgm:prSet presAssocID="{68927948-6FE4-4455-90B4-E55428CF5FEC}" presName="parentLin" presStyleCnt="0"/>
      <dgm:spPr/>
    </dgm:pt>
    <dgm:pt modelId="{B24D2B34-919E-44CE-A912-82BCFFCEC0A3}" type="pres">
      <dgm:prSet presAssocID="{68927948-6FE4-4455-90B4-E55428CF5FEC}" presName="parentLeftMargin" presStyleLbl="node1" presStyleIdx="2" presStyleCnt="5"/>
      <dgm:spPr/>
    </dgm:pt>
    <dgm:pt modelId="{12775341-E1AC-4B2F-BFAA-42D81214A80F}" type="pres">
      <dgm:prSet presAssocID="{68927948-6FE4-4455-90B4-E55428CF5FE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2AE92ED-C86E-406C-9D55-5F4D0D4C6BB8}" type="pres">
      <dgm:prSet presAssocID="{68927948-6FE4-4455-90B4-E55428CF5FEC}" presName="negativeSpace" presStyleCnt="0"/>
      <dgm:spPr/>
    </dgm:pt>
    <dgm:pt modelId="{6A802F70-BEB2-49C1-BBE0-3A6CBFFFA3C3}" type="pres">
      <dgm:prSet presAssocID="{68927948-6FE4-4455-90B4-E55428CF5FEC}" presName="childText" presStyleLbl="conFgAcc1" presStyleIdx="3" presStyleCnt="5">
        <dgm:presLayoutVars>
          <dgm:bulletEnabled val="1"/>
        </dgm:presLayoutVars>
      </dgm:prSet>
      <dgm:spPr/>
    </dgm:pt>
    <dgm:pt modelId="{CB8FC335-570F-49C2-BDF6-D2F3EE386547}" type="pres">
      <dgm:prSet presAssocID="{D8754B1C-D7F2-44BE-AA15-14B9CCEC0112}" presName="spaceBetweenRectangles" presStyleCnt="0"/>
      <dgm:spPr/>
    </dgm:pt>
    <dgm:pt modelId="{D896549C-4D6F-4315-861B-32EB7683CB8A}" type="pres">
      <dgm:prSet presAssocID="{09EFBE7F-AE4D-47C0-B60C-78E1F855D7AE}" presName="parentLin" presStyleCnt="0"/>
      <dgm:spPr/>
    </dgm:pt>
    <dgm:pt modelId="{F9859BF3-222D-4BF8-9357-D31B6FA4931E}" type="pres">
      <dgm:prSet presAssocID="{09EFBE7F-AE4D-47C0-B60C-78E1F855D7AE}" presName="parentLeftMargin" presStyleLbl="node1" presStyleIdx="3" presStyleCnt="5"/>
      <dgm:spPr/>
    </dgm:pt>
    <dgm:pt modelId="{4A36C0E4-28FA-471D-A146-FEB831EC47E9}" type="pres">
      <dgm:prSet presAssocID="{09EFBE7F-AE4D-47C0-B60C-78E1F855D7A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C128366-D49E-4900-A0D2-DBE9AA38C485}" type="pres">
      <dgm:prSet presAssocID="{09EFBE7F-AE4D-47C0-B60C-78E1F855D7AE}" presName="negativeSpace" presStyleCnt="0"/>
      <dgm:spPr/>
    </dgm:pt>
    <dgm:pt modelId="{8A79D59D-0B00-400E-A101-0EEDD555F047}" type="pres">
      <dgm:prSet presAssocID="{09EFBE7F-AE4D-47C0-B60C-78E1F855D7A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5BD8D17-6ECC-41FE-AB63-2C16A5E06EB7}" srcId="{32FEA241-23C7-4ED8-9BC9-4B48D86D6500}" destId="{7A8DD734-9104-4154-BAF5-C61EF969DC9E}" srcOrd="0" destOrd="0" parTransId="{40AB9CF4-020D-4FBA-859D-F790485861EA}" sibTransId="{32B84E0C-0CFF-450F-8081-0044D05805E6}"/>
    <dgm:cxn modelId="{6F2F4722-9F77-463A-882F-5801F18C3CE6}" srcId="{32FEA241-23C7-4ED8-9BC9-4B48D86D6500}" destId="{09EFBE7F-AE4D-47C0-B60C-78E1F855D7AE}" srcOrd="4" destOrd="0" parTransId="{AEC81597-110E-4A69-8DE5-97C6CEA04C60}" sibTransId="{98AE027F-6980-44A5-AAA9-822565B562C4}"/>
    <dgm:cxn modelId="{3F9CF538-6924-4655-98FE-B4217BE4A54F}" type="presOf" srcId="{09EFBE7F-AE4D-47C0-B60C-78E1F855D7AE}" destId="{F9859BF3-222D-4BF8-9357-D31B6FA4931E}" srcOrd="0" destOrd="0" presId="urn:microsoft.com/office/officeart/2005/8/layout/list1"/>
    <dgm:cxn modelId="{599D3C64-1276-46CC-AE3E-32FCE470429E}" type="presOf" srcId="{75924B2A-C8E6-4857-B9FE-395D4F836CBC}" destId="{A9B5A379-69E0-4136-A719-4D916C757961}" srcOrd="0" destOrd="0" presId="urn:microsoft.com/office/officeart/2005/8/layout/list1"/>
    <dgm:cxn modelId="{BF8A2471-B30B-4F46-83C1-D049FD678AEE}" srcId="{32FEA241-23C7-4ED8-9BC9-4B48D86D6500}" destId="{68927948-6FE4-4455-90B4-E55428CF5FEC}" srcOrd="3" destOrd="0" parTransId="{D6229BB9-4795-46D6-AF9D-8142F40C4109}" sibTransId="{D8754B1C-D7F2-44BE-AA15-14B9CCEC0112}"/>
    <dgm:cxn modelId="{104AF373-8C93-4001-A3E8-C96FA0AB0970}" type="presOf" srcId="{698A7C52-CD57-4E2C-A502-8BD3A377AF81}" destId="{75634A57-1AC9-44BC-96D7-30BDD0157C09}" srcOrd="1" destOrd="0" presId="urn:microsoft.com/office/officeart/2005/8/layout/list1"/>
    <dgm:cxn modelId="{1A0FBE84-9EBD-4B0C-80AA-68B6DB366A40}" type="presOf" srcId="{68927948-6FE4-4455-90B4-E55428CF5FEC}" destId="{12775341-E1AC-4B2F-BFAA-42D81214A80F}" srcOrd="1" destOrd="0" presId="urn:microsoft.com/office/officeart/2005/8/layout/list1"/>
    <dgm:cxn modelId="{B1F42D8B-6997-4F2D-941B-25E6E8CECC93}" type="presOf" srcId="{32FEA241-23C7-4ED8-9BC9-4B48D86D6500}" destId="{0F17405A-4718-4250-A1B9-BFCC38C09B8C}" srcOrd="0" destOrd="0" presId="urn:microsoft.com/office/officeart/2005/8/layout/list1"/>
    <dgm:cxn modelId="{4AF3D493-4827-4A4B-847E-F675D276450A}" type="presOf" srcId="{698A7C52-CD57-4E2C-A502-8BD3A377AF81}" destId="{FDB7EF85-C772-41ED-8427-32ECC9B28A5B}" srcOrd="0" destOrd="0" presId="urn:microsoft.com/office/officeart/2005/8/layout/list1"/>
    <dgm:cxn modelId="{1627D29E-0270-4F38-884D-C0CCCAD0FFF1}" type="presOf" srcId="{7A8DD734-9104-4154-BAF5-C61EF969DC9E}" destId="{BB021587-2496-48AC-B2C0-BD059535D340}" srcOrd="1" destOrd="0" presId="urn:microsoft.com/office/officeart/2005/8/layout/list1"/>
    <dgm:cxn modelId="{E39A9FA0-561F-4D52-928C-89136DFD4330}" type="presOf" srcId="{7A8DD734-9104-4154-BAF5-C61EF969DC9E}" destId="{10E75106-51FE-43A6-896F-55263C3B7A3A}" srcOrd="0" destOrd="0" presId="urn:microsoft.com/office/officeart/2005/8/layout/list1"/>
    <dgm:cxn modelId="{6DCE03A8-41EB-483D-BF93-647F11F86A21}" type="presOf" srcId="{75924B2A-C8E6-4857-B9FE-395D4F836CBC}" destId="{EE5786D0-5196-4600-8468-CA91580659E7}" srcOrd="1" destOrd="0" presId="urn:microsoft.com/office/officeart/2005/8/layout/list1"/>
    <dgm:cxn modelId="{9C763CD6-6AD0-4C5E-B71F-157113851D38}" type="presOf" srcId="{09EFBE7F-AE4D-47C0-B60C-78E1F855D7AE}" destId="{4A36C0E4-28FA-471D-A146-FEB831EC47E9}" srcOrd="1" destOrd="0" presId="urn:microsoft.com/office/officeart/2005/8/layout/list1"/>
    <dgm:cxn modelId="{69B4A1DA-F7E2-45B0-930A-6ED77A14BBC1}" srcId="{32FEA241-23C7-4ED8-9BC9-4B48D86D6500}" destId="{698A7C52-CD57-4E2C-A502-8BD3A377AF81}" srcOrd="2" destOrd="0" parTransId="{D851A1CE-E8E4-414E-810F-F07DD4AC0D7B}" sibTransId="{FB3AD88B-6FC9-40BB-8C00-B7CD3418D43E}"/>
    <dgm:cxn modelId="{7C2E9BE9-411F-4209-BA81-CF748D54D73B}" srcId="{32FEA241-23C7-4ED8-9BC9-4B48D86D6500}" destId="{75924B2A-C8E6-4857-B9FE-395D4F836CBC}" srcOrd="1" destOrd="0" parTransId="{43CD5295-6C96-449E-94C1-F98C2BEBFDEB}" sibTransId="{4C231AE9-24E9-44DA-8AB7-2D82FC976E6F}"/>
    <dgm:cxn modelId="{4968A6EC-2EB5-480E-B30A-AAAA474B6A09}" type="presOf" srcId="{68927948-6FE4-4455-90B4-E55428CF5FEC}" destId="{B24D2B34-919E-44CE-A912-82BCFFCEC0A3}" srcOrd="0" destOrd="0" presId="urn:microsoft.com/office/officeart/2005/8/layout/list1"/>
    <dgm:cxn modelId="{3B26592C-13A3-4D01-B7B4-62378FEBD2F7}" type="presParOf" srcId="{0F17405A-4718-4250-A1B9-BFCC38C09B8C}" destId="{8A595B1B-930A-40AB-8578-96CF602ED71E}" srcOrd="0" destOrd="0" presId="urn:microsoft.com/office/officeart/2005/8/layout/list1"/>
    <dgm:cxn modelId="{60272A9B-1B8B-43BF-865E-A2D5BEED70C5}" type="presParOf" srcId="{8A595B1B-930A-40AB-8578-96CF602ED71E}" destId="{10E75106-51FE-43A6-896F-55263C3B7A3A}" srcOrd="0" destOrd="0" presId="urn:microsoft.com/office/officeart/2005/8/layout/list1"/>
    <dgm:cxn modelId="{568EB3B7-B93D-4477-BC66-CE2CCB4658B0}" type="presParOf" srcId="{8A595B1B-930A-40AB-8578-96CF602ED71E}" destId="{BB021587-2496-48AC-B2C0-BD059535D340}" srcOrd="1" destOrd="0" presId="urn:microsoft.com/office/officeart/2005/8/layout/list1"/>
    <dgm:cxn modelId="{01441AA7-DB79-45FC-895C-CADE3BEC1A1B}" type="presParOf" srcId="{0F17405A-4718-4250-A1B9-BFCC38C09B8C}" destId="{C335D926-7F52-48C2-9F9E-C5166475C13C}" srcOrd="1" destOrd="0" presId="urn:microsoft.com/office/officeart/2005/8/layout/list1"/>
    <dgm:cxn modelId="{383BFA39-8FDD-40D7-8F29-0D177D5F00E8}" type="presParOf" srcId="{0F17405A-4718-4250-A1B9-BFCC38C09B8C}" destId="{FE247014-8182-4C83-B902-1C1253779B5B}" srcOrd="2" destOrd="0" presId="urn:microsoft.com/office/officeart/2005/8/layout/list1"/>
    <dgm:cxn modelId="{4E505BB5-EDB4-4AD9-98A4-DEE4F08AAE23}" type="presParOf" srcId="{0F17405A-4718-4250-A1B9-BFCC38C09B8C}" destId="{DE9D0DB8-821F-4F71-A8FB-EFE29A93B291}" srcOrd="3" destOrd="0" presId="urn:microsoft.com/office/officeart/2005/8/layout/list1"/>
    <dgm:cxn modelId="{8517F323-A983-45A4-B7DC-B39DB8C0556A}" type="presParOf" srcId="{0F17405A-4718-4250-A1B9-BFCC38C09B8C}" destId="{CD78AA13-F564-41C6-A0DA-2B4DD5902E14}" srcOrd="4" destOrd="0" presId="urn:microsoft.com/office/officeart/2005/8/layout/list1"/>
    <dgm:cxn modelId="{AF03FEB1-5FF5-4212-ACF2-E331142E2B1F}" type="presParOf" srcId="{CD78AA13-F564-41C6-A0DA-2B4DD5902E14}" destId="{A9B5A379-69E0-4136-A719-4D916C757961}" srcOrd="0" destOrd="0" presId="urn:microsoft.com/office/officeart/2005/8/layout/list1"/>
    <dgm:cxn modelId="{C29B5678-CC26-429E-865C-F26778BF2FE1}" type="presParOf" srcId="{CD78AA13-F564-41C6-A0DA-2B4DD5902E14}" destId="{EE5786D0-5196-4600-8468-CA91580659E7}" srcOrd="1" destOrd="0" presId="urn:microsoft.com/office/officeart/2005/8/layout/list1"/>
    <dgm:cxn modelId="{3C2A8485-51EC-4FAD-9E9C-BDB15D402B80}" type="presParOf" srcId="{0F17405A-4718-4250-A1B9-BFCC38C09B8C}" destId="{F6D580C5-9747-410F-BAC9-53E36C5A573A}" srcOrd="5" destOrd="0" presId="urn:microsoft.com/office/officeart/2005/8/layout/list1"/>
    <dgm:cxn modelId="{A1C06F37-03F3-494B-948B-E16A8D142A98}" type="presParOf" srcId="{0F17405A-4718-4250-A1B9-BFCC38C09B8C}" destId="{33C5B831-D8BA-4A31-AD3D-CCD82AA078C3}" srcOrd="6" destOrd="0" presId="urn:microsoft.com/office/officeart/2005/8/layout/list1"/>
    <dgm:cxn modelId="{358A6AAF-A198-48AD-A80D-849A1C226A3B}" type="presParOf" srcId="{0F17405A-4718-4250-A1B9-BFCC38C09B8C}" destId="{C8C94286-813B-41EA-8D10-6B7450912EE9}" srcOrd="7" destOrd="0" presId="urn:microsoft.com/office/officeart/2005/8/layout/list1"/>
    <dgm:cxn modelId="{18554C0B-3448-4907-A6F4-82B63468741F}" type="presParOf" srcId="{0F17405A-4718-4250-A1B9-BFCC38C09B8C}" destId="{D117280D-9B73-4481-A49A-52FE79682667}" srcOrd="8" destOrd="0" presId="urn:microsoft.com/office/officeart/2005/8/layout/list1"/>
    <dgm:cxn modelId="{5940418B-690E-40CE-9BC1-B86A57AB35B8}" type="presParOf" srcId="{D117280D-9B73-4481-A49A-52FE79682667}" destId="{FDB7EF85-C772-41ED-8427-32ECC9B28A5B}" srcOrd="0" destOrd="0" presId="urn:microsoft.com/office/officeart/2005/8/layout/list1"/>
    <dgm:cxn modelId="{25EB4D42-1C79-4550-A130-33164D368B30}" type="presParOf" srcId="{D117280D-9B73-4481-A49A-52FE79682667}" destId="{75634A57-1AC9-44BC-96D7-30BDD0157C09}" srcOrd="1" destOrd="0" presId="urn:microsoft.com/office/officeart/2005/8/layout/list1"/>
    <dgm:cxn modelId="{A4C4F8E4-6BC3-4C8E-8602-92FD29DDF777}" type="presParOf" srcId="{0F17405A-4718-4250-A1B9-BFCC38C09B8C}" destId="{189D0BE0-643C-46BA-8F28-20A0A8980F12}" srcOrd="9" destOrd="0" presId="urn:microsoft.com/office/officeart/2005/8/layout/list1"/>
    <dgm:cxn modelId="{A2E03B74-9B4C-414C-BDBB-3F459CA94041}" type="presParOf" srcId="{0F17405A-4718-4250-A1B9-BFCC38C09B8C}" destId="{8F04888F-0C95-4162-9C67-E3A1138170AA}" srcOrd="10" destOrd="0" presId="urn:microsoft.com/office/officeart/2005/8/layout/list1"/>
    <dgm:cxn modelId="{4D9EC8B0-6C79-4C31-BEDD-D60DFCB41F5E}" type="presParOf" srcId="{0F17405A-4718-4250-A1B9-BFCC38C09B8C}" destId="{A5180E92-8850-4F7E-8956-494D8AF002E8}" srcOrd="11" destOrd="0" presId="urn:microsoft.com/office/officeart/2005/8/layout/list1"/>
    <dgm:cxn modelId="{77D96668-6246-478E-B811-1AF1FA6BF775}" type="presParOf" srcId="{0F17405A-4718-4250-A1B9-BFCC38C09B8C}" destId="{A2CF4E8C-69A5-446A-8A42-4C458C7BB456}" srcOrd="12" destOrd="0" presId="urn:microsoft.com/office/officeart/2005/8/layout/list1"/>
    <dgm:cxn modelId="{3564722E-12A8-4EFA-9AEB-9195227225FD}" type="presParOf" srcId="{A2CF4E8C-69A5-446A-8A42-4C458C7BB456}" destId="{B24D2B34-919E-44CE-A912-82BCFFCEC0A3}" srcOrd="0" destOrd="0" presId="urn:microsoft.com/office/officeart/2005/8/layout/list1"/>
    <dgm:cxn modelId="{F074879D-6A00-478B-8959-5B6CB4C8D1A5}" type="presParOf" srcId="{A2CF4E8C-69A5-446A-8A42-4C458C7BB456}" destId="{12775341-E1AC-4B2F-BFAA-42D81214A80F}" srcOrd="1" destOrd="0" presId="urn:microsoft.com/office/officeart/2005/8/layout/list1"/>
    <dgm:cxn modelId="{783749D0-6413-4CA6-AE36-0804A6B4615D}" type="presParOf" srcId="{0F17405A-4718-4250-A1B9-BFCC38C09B8C}" destId="{62AE92ED-C86E-406C-9D55-5F4D0D4C6BB8}" srcOrd="13" destOrd="0" presId="urn:microsoft.com/office/officeart/2005/8/layout/list1"/>
    <dgm:cxn modelId="{9C494673-D541-4F29-B836-4EC49114ED80}" type="presParOf" srcId="{0F17405A-4718-4250-A1B9-BFCC38C09B8C}" destId="{6A802F70-BEB2-49C1-BBE0-3A6CBFFFA3C3}" srcOrd="14" destOrd="0" presId="urn:microsoft.com/office/officeart/2005/8/layout/list1"/>
    <dgm:cxn modelId="{F5AADDB8-71D0-4B95-8BF2-11EAC01A889E}" type="presParOf" srcId="{0F17405A-4718-4250-A1B9-BFCC38C09B8C}" destId="{CB8FC335-570F-49C2-BDF6-D2F3EE386547}" srcOrd="15" destOrd="0" presId="urn:microsoft.com/office/officeart/2005/8/layout/list1"/>
    <dgm:cxn modelId="{7294C216-227C-4AB9-9431-C327AD7F7124}" type="presParOf" srcId="{0F17405A-4718-4250-A1B9-BFCC38C09B8C}" destId="{D896549C-4D6F-4315-861B-32EB7683CB8A}" srcOrd="16" destOrd="0" presId="urn:microsoft.com/office/officeart/2005/8/layout/list1"/>
    <dgm:cxn modelId="{FFFFDDA6-C725-45AC-83AC-6BC7C0CBCA90}" type="presParOf" srcId="{D896549C-4D6F-4315-861B-32EB7683CB8A}" destId="{F9859BF3-222D-4BF8-9357-D31B6FA4931E}" srcOrd="0" destOrd="0" presId="urn:microsoft.com/office/officeart/2005/8/layout/list1"/>
    <dgm:cxn modelId="{0AC51926-CBA4-44F2-A83A-9801593A017D}" type="presParOf" srcId="{D896549C-4D6F-4315-861B-32EB7683CB8A}" destId="{4A36C0E4-28FA-471D-A146-FEB831EC47E9}" srcOrd="1" destOrd="0" presId="urn:microsoft.com/office/officeart/2005/8/layout/list1"/>
    <dgm:cxn modelId="{24FC68BA-BD88-4706-B2BE-9112F8BE1274}" type="presParOf" srcId="{0F17405A-4718-4250-A1B9-BFCC38C09B8C}" destId="{FC128366-D49E-4900-A0D2-DBE9AA38C485}" srcOrd="17" destOrd="0" presId="urn:microsoft.com/office/officeart/2005/8/layout/list1"/>
    <dgm:cxn modelId="{82DC947D-FAFD-4A54-8BA1-82900D434548}" type="presParOf" srcId="{0F17405A-4718-4250-A1B9-BFCC38C09B8C}" destId="{8A79D59D-0B00-400E-A101-0EEDD555F04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6DF44A-7285-43EC-A248-148F0CD5ABFB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C0999A1-A79F-4F44-B214-42145EC94A0A}">
      <dgm:prSet phldrT="[Text]"/>
      <dgm:spPr/>
      <dgm:t>
        <a:bodyPr/>
        <a:lstStyle/>
        <a:p>
          <a:pPr>
            <a:buNone/>
          </a:pPr>
          <a:r>
            <a:rPr lang="en-US" dirty="0"/>
            <a:t>Schools</a:t>
          </a:r>
        </a:p>
      </dgm:t>
    </dgm:pt>
    <dgm:pt modelId="{6015A075-D14C-415D-9369-94A113D473CD}" type="parTrans" cxnId="{E61BC87B-E921-4DDB-BB70-ECCC494C5C95}">
      <dgm:prSet/>
      <dgm:spPr/>
      <dgm:t>
        <a:bodyPr/>
        <a:lstStyle/>
        <a:p>
          <a:endParaRPr lang="en-US"/>
        </a:p>
      </dgm:t>
    </dgm:pt>
    <dgm:pt modelId="{2E949DF5-8ADB-4120-BF28-726B64AD8317}" type="sibTrans" cxnId="{E61BC87B-E921-4DDB-BB70-ECCC494C5C95}">
      <dgm:prSet/>
      <dgm:spPr/>
      <dgm:t>
        <a:bodyPr/>
        <a:lstStyle/>
        <a:p>
          <a:endParaRPr lang="en-US"/>
        </a:p>
      </dgm:t>
    </dgm:pt>
    <dgm:pt modelId="{8477DD50-BDDE-4375-A093-06E98FE48063}">
      <dgm:prSet phldrT="[Text]"/>
      <dgm:spPr/>
      <dgm:t>
        <a:bodyPr/>
        <a:lstStyle/>
        <a:p>
          <a:pPr>
            <a:buNone/>
          </a:pPr>
          <a:r>
            <a:rPr lang="en-US" dirty="0"/>
            <a:t>Colleges</a:t>
          </a:r>
        </a:p>
      </dgm:t>
    </dgm:pt>
    <dgm:pt modelId="{D22A30CE-74C8-43A9-9D5C-50202CE98FD0}" type="parTrans" cxnId="{6FD46E02-7208-4A0C-9416-11002CD2D87B}">
      <dgm:prSet/>
      <dgm:spPr/>
      <dgm:t>
        <a:bodyPr/>
        <a:lstStyle/>
        <a:p>
          <a:endParaRPr lang="en-US"/>
        </a:p>
      </dgm:t>
    </dgm:pt>
    <dgm:pt modelId="{548E16C4-28F3-4131-8639-3731DACF0FE6}" type="sibTrans" cxnId="{6FD46E02-7208-4A0C-9416-11002CD2D87B}">
      <dgm:prSet/>
      <dgm:spPr/>
      <dgm:t>
        <a:bodyPr/>
        <a:lstStyle/>
        <a:p>
          <a:endParaRPr lang="en-US"/>
        </a:p>
      </dgm:t>
    </dgm:pt>
    <dgm:pt modelId="{AD8CA759-50C1-49A3-83BC-FB2A606224B9}">
      <dgm:prSet phldrT="[Text]"/>
      <dgm:spPr/>
      <dgm:t>
        <a:bodyPr/>
        <a:lstStyle/>
        <a:p>
          <a:pPr>
            <a:buNone/>
          </a:pPr>
          <a:r>
            <a:rPr lang="en-US" dirty="0"/>
            <a:t>Educational Institutions</a:t>
          </a:r>
        </a:p>
      </dgm:t>
    </dgm:pt>
    <dgm:pt modelId="{6897A25B-D44A-4989-9A72-E5C5BBFA19BE}" type="parTrans" cxnId="{695621EC-5C5E-45F9-AD81-A44C0C735603}">
      <dgm:prSet/>
      <dgm:spPr/>
      <dgm:t>
        <a:bodyPr/>
        <a:lstStyle/>
        <a:p>
          <a:endParaRPr lang="en-US"/>
        </a:p>
      </dgm:t>
    </dgm:pt>
    <dgm:pt modelId="{30C26C07-884B-4BC2-8B8E-E4F1623F5529}" type="sibTrans" cxnId="{695621EC-5C5E-45F9-AD81-A44C0C735603}">
      <dgm:prSet/>
      <dgm:spPr/>
      <dgm:t>
        <a:bodyPr/>
        <a:lstStyle/>
        <a:p>
          <a:endParaRPr lang="en-US"/>
        </a:p>
      </dgm:t>
    </dgm:pt>
    <dgm:pt modelId="{FCE532F9-DE6C-44AF-9183-475FEBCA6966}">
      <dgm:prSet phldrT="[Text]"/>
      <dgm:spPr/>
      <dgm:t>
        <a:bodyPr/>
        <a:lstStyle/>
        <a:p>
          <a:pPr>
            <a:buNone/>
          </a:pPr>
          <a:r>
            <a:rPr lang="en-US"/>
            <a:t>Student Record Management</a:t>
          </a:r>
          <a:endParaRPr lang="en-US" dirty="0"/>
        </a:p>
      </dgm:t>
    </dgm:pt>
    <dgm:pt modelId="{3423D00E-DA05-42C6-82BD-5C288B87330F}" type="parTrans" cxnId="{8652F834-E141-4278-82B0-003E584EAB46}">
      <dgm:prSet/>
      <dgm:spPr/>
      <dgm:t>
        <a:bodyPr/>
        <a:lstStyle/>
        <a:p>
          <a:endParaRPr lang="en-US"/>
        </a:p>
      </dgm:t>
    </dgm:pt>
    <dgm:pt modelId="{8935F688-C31E-474F-BD2F-A7DE8A83B3C2}" type="sibTrans" cxnId="{8652F834-E141-4278-82B0-003E584EAB46}">
      <dgm:prSet/>
      <dgm:spPr/>
      <dgm:t>
        <a:bodyPr/>
        <a:lstStyle/>
        <a:p>
          <a:endParaRPr lang="en-US"/>
        </a:p>
      </dgm:t>
    </dgm:pt>
    <dgm:pt modelId="{3202308B-88C9-4E47-A02D-FDCD897D9F58}" type="pres">
      <dgm:prSet presAssocID="{C46DF44A-7285-43EC-A248-148F0CD5ABFB}" presName="Name0" presStyleCnt="0">
        <dgm:presLayoutVars>
          <dgm:chMax val="7"/>
          <dgm:chPref val="7"/>
          <dgm:dir/>
        </dgm:presLayoutVars>
      </dgm:prSet>
      <dgm:spPr/>
    </dgm:pt>
    <dgm:pt modelId="{06CE76D5-6277-4922-BF4B-97AC8D41E241}" type="pres">
      <dgm:prSet presAssocID="{C46DF44A-7285-43EC-A248-148F0CD5ABFB}" presName="Name1" presStyleCnt="0"/>
      <dgm:spPr/>
    </dgm:pt>
    <dgm:pt modelId="{DEAC7A2C-ED76-4F9E-9515-68CE5CE5BEAE}" type="pres">
      <dgm:prSet presAssocID="{C46DF44A-7285-43EC-A248-148F0CD5ABFB}" presName="cycle" presStyleCnt="0"/>
      <dgm:spPr/>
    </dgm:pt>
    <dgm:pt modelId="{1C1685D5-6EA2-4054-BF7A-E637F9DA60D3}" type="pres">
      <dgm:prSet presAssocID="{C46DF44A-7285-43EC-A248-148F0CD5ABFB}" presName="srcNode" presStyleLbl="node1" presStyleIdx="0" presStyleCnt="4"/>
      <dgm:spPr/>
    </dgm:pt>
    <dgm:pt modelId="{66EA8576-FB66-4AA5-BD0D-0D9E2DABE8D0}" type="pres">
      <dgm:prSet presAssocID="{C46DF44A-7285-43EC-A248-148F0CD5ABFB}" presName="conn" presStyleLbl="parChTrans1D2" presStyleIdx="0" presStyleCnt="1"/>
      <dgm:spPr/>
    </dgm:pt>
    <dgm:pt modelId="{9FC288AE-73E2-4B93-B98C-B243007578BC}" type="pres">
      <dgm:prSet presAssocID="{C46DF44A-7285-43EC-A248-148F0CD5ABFB}" presName="extraNode" presStyleLbl="node1" presStyleIdx="0" presStyleCnt="4"/>
      <dgm:spPr/>
    </dgm:pt>
    <dgm:pt modelId="{4A2B399C-4B88-495D-B5A9-B5AC688303EE}" type="pres">
      <dgm:prSet presAssocID="{C46DF44A-7285-43EC-A248-148F0CD5ABFB}" presName="dstNode" presStyleLbl="node1" presStyleIdx="0" presStyleCnt="4"/>
      <dgm:spPr/>
    </dgm:pt>
    <dgm:pt modelId="{73ECEDBA-580D-4A5D-99E0-D3755D019396}" type="pres">
      <dgm:prSet presAssocID="{EC0999A1-A79F-4F44-B214-42145EC94A0A}" presName="text_1" presStyleLbl="node1" presStyleIdx="0" presStyleCnt="4">
        <dgm:presLayoutVars>
          <dgm:bulletEnabled val="1"/>
        </dgm:presLayoutVars>
      </dgm:prSet>
      <dgm:spPr/>
    </dgm:pt>
    <dgm:pt modelId="{DF3453CF-D94A-4180-8143-F44E3757C492}" type="pres">
      <dgm:prSet presAssocID="{EC0999A1-A79F-4F44-B214-42145EC94A0A}" presName="accent_1" presStyleCnt="0"/>
      <dgm:spPr/>
    </dgm:pt>
    <dgm:pt modelId="{6392D9E1-00AD-4C11-BB28-C19415D0697D}" type="pres">
      <dgm:prSet presAssocID="{EC0999A1-A79F-4F44-B214-42145EC94A0A}" presName="accentRepeatNode" presStyleLbl="solidFgAcc1" presStyleIdx="0" presStyleCnt="4"/>
      <dgm:spPr/>
    </dgm:pt>
    <dgm:pt modelId="{71A1C8F5-4141-4B2A-9223-F2540008FF5F}" type="pres">
      <dgm:prSet presAssocID="{8477DD50-BDDE-4375-A093-06E98FE48063}" presName="text_2" presStyleLbl="node1" presStyleIdx="1" presStyleCnt="4">
        <dgm:presLayoutVars>
          <dgm:bulletEnabled val="1"/>
        </dgm:presLayoutVars>
      </dgm:prSet>
      <dgm:spPr/>
    </dgm:pt>
    <dgm:pt modelId="{BEB22E9D-99C2-4A08-8972-224F836643AD}" type="pres">
      <dgm:prSet presAssocID="{8477DD50-BDDE-4375-A093-06E98FE48063}" presName="accent_2" presStyleCnt="0"/>
      <dgm:spPr/>
    </dgm:pt>
    <dgm:pt modelId="{00E2B147-08D0-437D-BA21-372C499EF4D0}" type="pres">
      <dgm:prSet presAssocID="{8477DD50-BDDE-4375-A093-06E98FE48063}" presName="accentRepeatNode" presStyleLbl="solidFgAcc1" presStyleIdx="1" presStyleCnt="4"/>
      <dgm:spPr/>
    </dgm:pt>
    <dgm:pt modelId="{1C10A073-B386-4EEA-B863-D1483FF53F6A}" type="pres">
      <dgm:prSet presAssocID="{AD8CA759-50C1-49A3-83BC-FB2A606224B9}" presName="text_3" presStyleLbl="node1" presStyleIdx="2" presStyleCnt="4">
        <dgm:presLayoutVars>
          <dgm:bulletEnabled val="1"/>
        </dgm:presLayoutVars>
      </dgm:prSet>
      <dgm:spPr/>
    </dgm:pt>
    <dgm:pt modelId="{907E0ACB-AB57-4208-B489-632D8F914476}" type="pres">
      <dgm:prSet presAssocID="{AD8CA759-50C1-49A3-83BC-FB2A606224B9}" presName="accent_3" presStyleCnt="0"/>
      <dgm:spPr/>
    </dgm:pt>
    <dgm:pt modelId="{D3CC18B7-A22A-4577-9D33-935E63778301}" type="pres">
      <dgm:prSet presAssocID="{AD8CA759-50C1-49A3-83BC-FB2A606224B9}" presName="accentRepeatNode" presStyleLbl="solidFgAcc1" presStyleIdx="2" presStyleCnt="4"/>
      <dgm:spPr/>
    </dgm:pt>
    <dgm:pt modelId="{08464931-F10D-4462-B8C6-BF4AEC4249E1}" type="pres">
      <dgm:prSet presAssocID="{FCE532F9-DE6C-44AF-9183-475FEBCA6966}" presName="text_4" presStyleLbl="node1" presStyleIdx="3" presStyleCnt="4">
        <dgm:presLayoutVars>
          <dgm:bulletEnabled val="1"/>
        </dgm:presLayoutVars>
      </dgm:prSet>
      <dgm:spPr/>
    </dgm:pt>
    <dgm:pt modelId="{0D0C7C67-5D48-40B7-8993-F5BE847D802C}" type="pres">
      <dgm:prSet presAssocID="{FCE532F9-DE6C-44AF-9183-475FEBCA6966}" presName="accent_4" presStyleCnt="0"/>
      <dgm:spPr/>
    </dgm:pt>
    <dgm:pt modelId="{7B46E1EF-3BDA-4896-8098-F9AA5401DB64}" type="pres">
      <dgm:prSet presAssocID="{FCE532F9-DE6C-44AF-9183-475FEBCA6966}" presName="accentRepeatNode" presStyleLbl="solidFgAcc1" presStyleIdx="3" presStyleCnt="4"/>
      <dgm:spPr/>
    </dgm:pt>
  </dgm:ptLst>
  <dgm:cxnLst>
    <dgm:cxn modelId="{6FD46E02-7208-4A0C-9416-11002CD2D87B}" srcId="{C46DF44A-7285-43EC-A248-148F0CD5ABFB}" destId="{8477DD50-BDDE-4375-A093-06E98FE48063}" srcOrd="1" destOrd="0" parTransId="{D22A30CE-74C8-43A9-9D5C-50202CE98FD0}" sibTransId="{548E16C4-28F3-4131-8639-3731DACF0FE6}"/>
    <dgm:cxn modelId="{8652F834-E141-4278-82B0-003E584EAB46}" srcId="{C46DF44A-7285-43EC-A248-148F0CD5ABFB}" destId="{FCE532F9-DE6C-44AF-9183-475FEBCA6966}" srcOrd="3" destOrd="0" parTransId="{3423D00E-DA05-42C6-82BD-5C288B87330F}" sibTransId="{8935F688-C31E-474F-BD2F-A7DE8A83B3C2}"/>
    <dgm:cxn modelId="{4A426D4B-151E-4B90-8288-6ED924770A35}" type="presOf" srcId="{8477DD50-BDDE-4375-A093-06E98FE48063}" destId="{71A1C8F5-4141-4B2A-9223-F2540008FF5F}" srcOrd="0" destOrd="0" presId="urn:microsoft.com/office/officeart/2008/layout/VerticalCurvedList"/>
    <dgm:cxn modelId="{E61BC87B-E921-4DDB-BB70-ECCC494C5C95}" srcId="{C46DF44A-7285-43EC-A248-148F0CD5ABFB}" destId="{EC0999A1-A79F-4F44-B214-42145EC94A0A}" srcOrd="0" destOrd="0" parTransId="{6015A075-D14C-415D-9369-94A113D473CD}" sibTransId="{2E949DF5-8ADB-4120-BF28-726B64AD8317}"/>
    <dgm:cxn modelId="{9D6758AC-DEE0-44E1-B8F2-2D1679493EFE}" type="presOf" srcId="{EC0999A1-A79F-4F44-B214-42145EC94A0A}" destId="{73ECEDBA-580D-4A5D-99E0-D3755D019396}" srcOrd="0" destOrd="0" presId="urn:microsoft.com/office/officeart/2008/layout/VerticalCurvedList"/>
    <dgm:cxn modelId="{E44AAFE9-DE2B-478D-BF1F-D41E62D4A77D}" type="presOf" srcId="{2E949DF5-8ADB-4120-BF28-726B64AD8317}" destId="{66EA8576-FB66-4AA5-BD0D-0D9E2DABE8D0}" srcOrd="0" destOrd="0" presId="urn:microsoft.com/office/officeart/2008/layout/VerticalCurvedList"/>
    <dgm:cxn modelId="{CA11DFE9-1D17-465A-9227-8143B9EC904F}" type="presOf" srcId="{C46DF44A-7285-43EC-A248-148F0CD5ABFB}" destId="{3202308B-88C9-4E47-A02D-FDCD897D9F58}" srcOrd="0" destOrd="0" presId="urn:microsoft.com/office/officeart/2008/layout/VerticalCurvedList"/>
    <dgm:cxn modelId="{695621EC-5C5E-45F9-AD81-A44C0C735603}" srcId="{C46DF44A-7285-43EC-A248-148F0CD5ABFB}" destId="{AD8CA759-50C1-49A3-83BC-FB2A606224B9}" srcOrd="2" destOrd="0" parTransId="{6897A25B-D44A-4989-9A72-E5C5BBFA19BE}" sibTransId="{30C26C07-884B-4BC2-8B8E-E4F1623F5529}"/>
    <dgm:cxn modelId="{902624EC-F2AB-4EA7-BD88-AC15ADC27393}" type="presOf" srcId="{FCE532F9-DE6C-44AF-9183-475FEBCA6966}" destId="{08464931-F10D-4462-B8C6-BF4AEC4249E1}" srcOrd="0" destOrd="0" presId="urn:microsoft.com/office/officeart/2008/layout/VerticalCurvedList"/>
    <dgm:cxn modelId="{984AFEEE-474D-465F-B5E9-6B537E6BF6E3}" type="presOf" srcId="{AD8CA759-50C1-49A3-83BC-FB2A606224B9}" destId="{1C10A073-B386-4EEA-B863-D1483FF53F6A}" srcOrd="0" destOrd="0" presId="urn:microsoft.com/office/officeart/2008/layout/VerticalCurvedList"/>
    <dgm:cxn modelId="{7D69F4D5-335E-43D2-8644-CE6A9944DA00}" type="presParOf" srcId="{3202308B-88C9-4E47-A02D-FDCD897D9F58}" destId="{06CE76D5-6277-4922-BF4B-97AC8D41E241}" srcOrd="0" destOrd="0" presId="urn:microsoft.com/office/officeart/2008/layout/VerticalCurvedList"/>
    <dgm:cxn modelId="{29952EEB-0A5D-435A-90C4-8E3A1DCD30A1}" type="presParOf" srcId="{06CE76D5-6277-4922-BF4B-97AC8D41E241}" destId="{DEAC7A2C-ED76-4F9E-9515-68CE5CE5BEAE}" srcOrd="0" destOrd="0" presId="urn:microsoft.com/office/officeart/2008/layout/VerticalCurvedList"/>
    <dgm:cxn modelId="{9065F839-2E9E-4B38-B570-BB70EE466DE1}" type="presParOf" srcId="{DEAC7A2C-ED76-4F9E-9515-68CE5CE5BEAE}" destId="{1C1685D5-6EA2-4054-BF7A-E637F9DA60D3}" srcOrd="0" destOrd="0" presId="urn:microsoft.com/office/officeart/2008/layout/VerticalCurvedList"/>
    <dgm:cxn modelId="{52AA7A9B-525E-4D4A-83E2-DC7EF8A64014}" type="presParOf" srcId="{DEAC7A2C-ED76-4F9E-9515-68CE5CE5BEAE}" destId="{66EA8576-FB66-4AA5-BD0D-0D9E2DABE8D0}" srcOrd="1" destOrd="0" presId="urn:microsoft.com/office/officeart/2008/layout/VerticalCurvedList"/>
    <dgm:cxn modelId="{273527A4-EB6D-4746-9722-5D074BA82FAD}" type="presParOf" srcId="{DEAC7A2C-ED76-4F9E-9515-68CE5CE5BEAE}" destId="{9FC288AE-73E2-4B93-B98C-B243007578BC}" srcOrd="2" destOrd="0" presId="urn:microsoft.com/office/officeart/2008/layout/VerticalCurvedList"/>
    <dgm:cxn modelId="{09021790-863E-40D2-BC84-4EE93451BE4B}" type="presParOf" srcId="{DEAC7A2C-ED76-4F9E-9515-68CE5CE5BEAE}" destId="{4A2B399C-4B88-495D-B5A9-B5AC688303EE}" srcOrd="3" destOrd="0" presId="urn:microsoft.com/office/officeart/2008/layout/VerticalCurvedList"/>
    <dgm:cxn modelId="{7488F68B-79E9-4C09-BBB9-BAC4DC12891D}" type="presParOf" srcId="{06CE76D5-6277-4922-BF4B-97AC8D41E241}" destId="{73ECEDBA-580D-4A5D-99E0-D3755D019396}" srcOrd="1" destOrd="0" presId="urn:microsoft.com/office/officeart/2008/layout/VerticalCurvedList"/>
    <dgm:cxn modelId="{4CA1353C-F1FF-47F0-8696-A640A825731A}" type="presParOf" srcId="{06CE76D5-6277-4922-BF4B-97AC8D41E241}" destId="{DF3453CF-D94A-4180-8143-F44E3757C492}" srcOrd="2" destOrd="0" presId="urn:microsoft.com/office/officeart/2008/layout/VerticalCurvedList"/>
    <dgm:cxn modelId="{5989791F-E7F6-4D87-8569-979FD1EB2454}" type="presParOf" srcId="{DF3453CF-D94A-4180-8143-F44E3757C492}" destId="{6392D9E1-00AD-4C11-BB28-C19415D0697D}" srcOrd="0" destOrd="0" presId="urn:microsoft.com/office/officeart/2008/layout/VerticalCurvedList"/>
    <dgm:cxn modelId="{B19235D3-F967-45DC-98C5-4231CB02418F}" type="presParOf" srcId="{06CE76D5-6277-4922-BF4B-97AC8D41E241}" destId="{71A1C8F5-4141-4B2A-9223-F2540008FF5F}" srcOrd="3" destOrd="0" presId="urn:microsoft.com/office/officeart/2008/layout/VerticalCurvedList"/>
    <dgm:cxn modelId="{703C14E6-D3C9-4331-88E9-7BDDCACBB9A5}" type="presParOf" srcId="{06CE76D5-6277-4922-BF4B-97AC8D41E241}" destId="{BEB22E9D-99C2-4A08-8972-224F836643AD}" srcOrd="4" destOrd="0" presId="urn:microsoft.com/office/officeart/2008/layout/VerticalCurvedList"/>
    <dgm:cxn modelId="{4B9C13ED-21E6-4D66-8801-B540539F8E55}" type="presParOf" srcId="{BEB22E9D-99C2-4A08-8972-224F836643AD}" destId="{00E2B147-08D0-437D-BA21-372C499EF4D0}" srcOrd="0" destOrd="0" presId="urn:microsoft.com/office/officeart/2008/layout/VerticalCurvedList"/>
    <dgm:cxn modelId="{3D00C172-FC8E-4126-90F2-3C6010BDD96A}" type="presParOf" srcId="{06CE76D5-6277-4922-BF4B-97AC8D41E241}" destId="{1C10A073-B386-4EEA-B863-D1483FF53F6A}" srcOrd="5" destOrd="0" presId="urn:microsoft.com/office/officeart/2008/layout/VerticalCurvedList"/>
    <dgm:cxn modelId="{BF56FDFC-012B-4240-AE30-0433A532DF37}" type="presParOf" srcId="{06CE76D5-6277-4922-BF4B-97AC8D41E241}" destId="{907E0ACB-AB57-4208-B489-632D8F914476}" srcOrd="6" destOrd="0" presId="urn:microsoft.com/office/officeart/2008/layout/VerticalCurvedList"/>
    <dgm:cxn modelId="{172E81D6-937F-4E00-A6CE-4A87998D9567}" type="presParOf" srcId="{907E0ACB-AB57-4208-B489-632D8F914476}" destId="{D3CC18B7-A22A-4577-9D33-935E63778301}" srcOrd="0" destOrd="0" presId="urn:microsoft.com/office/officeart/2008/layout/VerticalCurvedList"/>
    <dgm:cxn modelId="{6B53E53C-6ED6-4EEF-996A-384386F405E2}" type="presParOf" srcId="{06CE76D5-6277-4922-BF4B-97AC8D41E241}" destId="{08464931-F10D-4462-B8C6-BF4AEC4249E1}" srcOrd="7" destOrd="0" presId="urn:microsoft.com/office/officeart/2008/layout/VerticalCurvedList"/>
    <dgm:cxn modelId="{7C2EEB37-CAF9-430E-85CE-B8AE484D3302}" type="presParOf" srcId="{06CE76D5-6277-4922-BF4B-97AC8D41E241}" destId="{0D0C7C67-5D48-40B7-8993-F5BE847D802C}" srcOrd="8" destOrd="0" presId="urn:microsoft.com/office/officeart/2008/layout/VerticalCurvedList"/>
    <dgm:cxn modelId="{958CA432-184E-4E12-969E-399564B99C9F}" type="presParOf" srcId="{0D0C7C67-5D48-40B7-8993-F5BE847D802C}" destId="{7B46E1EF-3BDA-4896-8098-F9AA5401DB6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615A7-C7F1-4ABE-BED6-073ABF3A2AA0}">
      <dsp:nvSpPr>
        <dsp:cNvPr id="0" name=""/>
        <dsp:cNvSpPr/>
      </dsp:nvSpPr>
      <dsp:spPr>
        <a:xfrm>
          <a:off x="3724" y="235097"/>
          <a:ext cx="2239491" cy="85904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Front End</a:t>
          </a:r>
        </a:p>
      </dsp:txBody>
      <dsp:txXfrm>
        <a:off x="3724" y="235097"/>
        <a:ext cx="2239491" cy="859047"/>
      </dsp:txXfrm>
    </dsp:sp>
    <dsp:sp modelId="{53513214-E396-4EBF-BC87-D4B8717B1568}">
      <dsp:nvSpPr>
        <dsp:cNvPr id="0" name=""/>
        <dsp:cNvSpPr/>
      </dsp:nvSpPr>
      <dsp:spPr>
        <a:xfrm>
          <a:off x="3724" y="1094144"/>
          <a:ext cx="2239491" cy="22124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Java Swing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/>
            <a:t> </a:t>
          </a:r>
          <a:r>
            <a:rPr lang="en-US" sz="2600" kern="1200" dirty="0" err="1"/>
            <a:t>JFrame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 err="1"/>
            <a:t>JLabel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 dirty="0" err="1"/>
            <a:t>JTextField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JButton</a:t>
          </a:r>
          <a:endParaRPr lang="en-US" sz="2600" kern="1200" dirty="0"/>
        </a:p>
      </dsp:txBody>
      <dsp:txXfrm>
        <a:off x="3724" y="1094144"/>
        <a:ext cx="2239491" cy="2212470"/>
      </dsp:txXfrm>
    </dsp:sp>
    <dsp:sp modelId="{4ECA8856-52CD-4386-A969-2B7E4068C31D}">
      <dsp:nvSpPr>
        <dsp:cNvPr id="0" name=""/>
        <dsp:cNvSpPr/>
      </dsp:nvSpPr>
      <dsp:spPr>
        <a:xfrm>
          <a:off x="2556744" y="235097"/>
          <a:ext cx="2239491" cy="85904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Back End</a:t>
          </a:r>
        </a:p>
      </dsp:txBody>
      <dsp:txXfrm>
        <a:off x="2556744" y="235097"/>
        <a:ext cx="2239491" cy="859047"/>
      </dsp:txXfrm>
    </dsp:sp>
    <dsp:sp modelId="{4C72E445-03EF-4307-852B-6DEEB7CA6BC7}">
      <dsp:nvSpPr>
        <dsp:cNvPr id="0" name=""/>
        <dsp:cNvSpPr/>
      </dsp:nvSpPr>
      <dsp:spPr>
        <a:xfrm>
          <a:off x="2556744" y="1094144"/>
          <a:ext cx="2239491" cy="22124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MySQL Database</a:t>
          </a:r>
        </a:p>
      </dsp:txBody>
      <dsp:txXfrm>
        <a:off x="2556744" y="1094144"/>
        <a:ext cx="2239491" cy="2212470"/>
      </dsp:txXfrm>
    </dsp:sp>
    <dsp:sp modelId="{2ACDAFCD-9596-42BD-AE39-3B49A6DD0465}">
      <dsp:nvSpPr>
        <dsp:cNvPr id="0" name=""/>
        <dsp:cNvSpPr/>
      </dsp:nvSpPr>
      <dsp:spPr>
        <a:xfrm>
          <a:off x="5109764" y="235097"/>
          <a:ext cx="2239491" cy="85904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Connectivity</a:t>
          </a:r>
        </a:p>
      </dsp:txBody>
      <dsp:txXfrm>
        <a:off x="5109764" y="235097"/>
        <a:ext cx="2239491" cy="859047"/>
      </dsp:txXfrm>
    </dsp:sp>
    <dsp:sp modelId="{AA80109A-9F15-43B6-8E54-774552F0FA2B}">
      <dsp:nvSpPr>
        <dsp:cNvPr id="0" name=""/>
        <dsp:cNvSpPr/>
      </dsp:nvSpPr>
      <dsp:spPr>
        <a:xfrm>
          <a:off x="5109764" y="1094144"/>
          <a:ext cx="2239491" cy="22124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JDBC (Java Database Connectivity)</a:t>
          </a:r>
        </a:p>
      </dsp:txBody>
      <dsp:txXfrm>
        <a:off x="5109764" y="1094144"/>
        <a:ext cx="2239491" cy="2212470"/>
      </dsp:txXfrm>
    </dsp:sp>
    <dsp:sp modelId="{127F37AA-BAFA-4056-91D4-30B1EA57FE73}">
      <dsp:nvSpPr>
        <dsp:cNvPr id="0" name=""/>
        <dsp:cNvSpPr/>
      </dsp:nvSpPr>
      <dsp:spPr>
        <a:xfrm>
          <a:off x="7662784" y="235097"/>
          <a:ext cx="2239491" cy="85904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Development Tool</a:t>
          </a:r>
        </a:p>
      </dsp:txBody>
      <dsp:txXfrm>
        <a:off x="7662784" y="235097"/>
        <a:ext cx="2239491" cy="859047"/>
      </dsp:txXfrm>
    </dsp:sp>
    <dsp:sp modelId="{C7D2E22F-0BFF-4C0E-88B9-288249D17182}">
      <dsp:nvSpPr>
        <dsp:cNvPr id="0" name=""/>
        <dsp:cNvSpPr/>
      </dsp:nvSpPr>
      <dsp:spPr>
        <a:xfrm>
          <a:off x="7662784" y="1094144"/>
          <a:ext cx="2239491" cy="221247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600" kern="1200"/>
            <a:t>IntelliJ IDEA / NetBeans</a:t>
          </a:r>
        </a:p>
      </dsp:txBody>
      <dsp:txXfrm>
        <a:off x="7662784" y="1094144"/>
        <a:ext cx="2239491" cy="2212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47014-8182-4C83-B902-1C1253779B5B}">
      <dsp:nvSpPr>
        <dsp:cNvPr id="0" name=""/>
        <dsp:cNvSpPr/>
      </dsp:nvSpPr>
      <dsp:spPr>
        <a:xfrm>
          <a:off x="0" y="361883"/>
          <a:ext cx="9906000" cy="504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B021587-2496-48AC-B2C0-BD059535D340}">
      <dsp:nvSpPr>
        <dsp:cNvPr id="0" name=""/>
        <dsp:cNvSpPr/>
      </dsp:nvSpPr>
      <dsp:spPr>
        <a:xfrm>
          <a:off x="495300" y="66683"/>
          <a:ext cx="6934200" cy="590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Easy to use interface</a:t>
          </a:r>
        </a:p>
      </dsp:txBody>
      <dsp:txXfrm>
        <a:off x="524121" y="95504"/>
        <a:ext cx="6876558" cy="532758"/>
      </dsp:txXfrm>
    </dsp:sp>
    <dsp:sp modelId="{33C5B831-D8BA-4A31-AD3D-CCD82AA078C3}">
      <dsp:nvSpPr>
        <dsp:cNvPr id="0" name=""/>
        <dsp:cNvSpPr/>
      </dsp:nvSpPr>
      <dsp:spPr>
        <a:xfrm>
          <a:off x="0" y="1269084"/>
          <a:ext cx="9906000" cy="504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5786D0-5196-4600-8468-CA91580659E7}">
      <dsp:nvSpPr>
        <dsp:cNvPr id="0" name=""/>
        <dsp:cNvSpPr/>
      </dsp:nvSpPr>
      <dsp:spPr>
        <a:xfrm>
          <a:off x="495300" y="973883"/>
          <a:ext cx="6934200" cy="590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Fast data storage and retrieval</a:t>
          </a:r>
        </a:p>
      </dsp:txBody>
      <dsp:txXfrm>
        <a:off x="524121" y="1002704"/>
        <a:ext cx="6876558" cy="532758"/>
      </dsp:txXfrm>
    </dsp:sp>
    <dsp:sp modelId="{8F04888F-0C95-4162-9C67-E3A1138170AA}">
      <dsp:nvSpPr>
        <dsp:cNvPr id="0" name=""/>
        <dsp:cNvSpPr/>
      </dsp:nvSpPr>
      <dsp:spPr>
        <a:xfrm>
          <a:off x="0" y="2176284"/>
          <a:ext cx="9906000" cy="504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5634A57-1AC9-44BC-96D7-30BDD0157C09}">
      <dsp:nvSpPr>
        <dsp:cNvPr id="0" name=""/>
        <dsp:cNvSpPr/>
      </dsp:nvSpPr>
      <dsp:spPr>
        <a:xfrm>
          <a:off x="495300" y="1881084"/>
          <a:ext cx="6934200" cy="590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Reduces manual work</a:t>
          </a:r>
        </a:p>
      </dsp:txBody>
      <dsp:txXfrm>
        <a:off x="524121" y="1909905"/>
        <a:ext cx="6876558" cy="532758"/>
      </dsp:txXfrm>
    </dsp:sp>
    <dsp:sp modelId="{6A802F70-BEB2-49C1-BBE0-3A6CBFFFA3C3}">
      <dsp:nvSpPr>
        <dsp:cNvPr id="0" name=""/>
        <dsp:cNvSpPr/>
      </dsp:nvSpPr>
      <dsp:spPr>
        <a:xfrm>
          <a:off x="0" y="3083484"/>
          <a:ext cx="9906000" cy="504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775341-E1AC-4B2F-BFAA-42D81214A80F}">
      <dsp:nvSpPr>
        <dsp:cNvPr id="0" name=""/>
        <dsp:cNvSpPr/>
      </dsp:nvSpPr>
      <dsp:spPr>
        <a:xfrm>
          <a:off x="495300" y="2788284"/>
          <a:ext cx="6934200" cy="590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Improves data accuracy</a:t>
          </a:r>
        </a:p>
      </dsp:txBody>
      <dsp:txXfrm>
        <a:off x="524121" y="2817105"/>
        <a:ext cx="6876558" cy="532758"/>
      </dsp:txXfrm>
    </dsp:sp>
    <dsp:sp modelId="{8A79D59D-0B00-400E-A101-0EEDD555F047}">
      <dsp:nvSpPr>
        <dsp:cNvPr id="0" name=""/>
        <dsp:cNvSpPr/>
      </dsp:nvSpPr>
      <dsp:spPr>
        <a:xfrm>
          <a:off x="0" y="3990684"/>
          <a:ext cx="9906000" cy="504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A36C0E4-28FA-471D-A146-FEB831EC47E9}">
      <dsp:nvSpPr>
        <dsp:cNvPr id="0" name=""/>
        <dsp:cNvSpPr/>
      </dsp:nvSpPr>
      <dsp:spPr>
        <a:xfrm>
          <a:off x="495300" y="3695484"/>
          <a:ext cx="6934200" cy="590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Secure login system</a:t>
          </a:r>
          <a:endParaRPr lang="en-US" sz="2000" kern="1200" dirty="0"/>
        </a:p>
      </dsp:txBody>
      <dsp:txXfrm>
        <a:off x="524121" y="3724305"/>
        <a:ext cx="6876558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A8576-FB66-4AA5-BD0D-0D9E2DABE8D0}">
      <dsp:nvSpPr>
        <dsp:cNvPr id="0" name=""/>
        <dsp:cNvSpPr/>
      </dsp:nvSpPr>
      <dsp:spPr>
        <a:xfrm>
          <a:off x="-4003428" y="-614574"/>
          <a:ext cx="4770860" cy="4770860"/>
        </a:xfrm>
        <a:prstGeom prst="blockArc">
          <a:avLst>
            <a:gd name="adj1" fmla="val 18900000"/>
            <a:gd name="adj2" fmla="val 2700000"/>
            <a:gd name="adj3" fmla="val 453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CEDBA-580D-4A5D-99E0-D3755D019396}">
      <dsp:nvSpPr>
        <dsp:cNvPr id="0" name=""/>
        <dsp:cNvSpPr/>
      </dsp:nvSpPr>
      <dsp:spPr>
        <a:xfrm>
          <a:off x="402151" y="272286"/>
          <a:ext cx="9456910" cy="54485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2480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Schools</a:t>
          </a:r>
        </a:p>
      </dsp:txBody>
      <dsp:txXfrm>
        <a:off x="402151" y="272286"/>
        <a:ext cx="9456910" cy="544856"/>
      </dsp:txXfrm>
    </dsp:sp>
    <dsp:sp modelId="{6392D9E1-00AD-4C11-BB28-C19415D0697D}">
      <dsp:nvSpPr>
        <dsp:cNvPr id="0" name=""/>
        <dsp:cNvSpPr/>
      </dsp:nvSpPr>
      <dsp:spPr>
        <a:xfrm>
          <a:off x="61615" y="204179"/>
          <a:ext cx="681071" cy="6810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1A1C8F5-4141-4B2A-9223-F2540008FF5F}">
      <dsp:nvSpPr>
        <dsp:cNvPr id="0" name=""/>
        <dsp:cNvSpPr/>
      </dsp:nvSpPr>
      <dsp:spPr>
        <a:xfrm>
          <a:off x="714530" y="1089713"/>
          <a:ext cx="9144531" cy="54485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2480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Colleges</a:t>
          </a:r>
        </a:p>
      </dsp:txBody>
      <dsp:txXfrm>
        <a:off x="714530" y="1089713"/>
        <a:ext cx="9144531" cy="544856"/>
      </dsp:txXfrm>
    </dsp:sp>
    <dsp:sp modelId="{00E2B147-08D0-437D-BA21-372C499EF4D0}">
      <dsp:nvSpPr>
        <dsp:cNvPr id="0" name=""/>
        <dsp:cNvSpPr/>
      </dsp:nvSpPr>
      <dsp:spPr>
        <a:xfrm>
          <a:off x="373994" y="1021606"/>
          <a:ext cx="681071" cy="6810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C10A073-B386-4EEA-B863-D1483FF53F6A}">
      <dsp:nvSpPr>
        <dsp:cNvPr id="0" name=""/>
        <dsp:cNvSpPr/>
      </dsp:nvSpPr>
      <dsp:spPr>
        <a:xfrm>
          <a:off x="714530" y="1907141"/>
          <a:ext cx="9144531" cy="54485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2480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Educational Institutions</a:t>
          </a:r>
        </a:p>
      </dsp:txBody>
      <dsp:txXfrm>
        <a:off x="714530" y="1907141"/>
        <a:ext cx="9144531" cy="544856"/>
      </dsp:txXfrm>
    </dsp:sp>
    <dsp:sp modelId="{D3CC18B7-A22A-4577-9D33-935E63778301}">
      <dsp:nvSpPr>
        <dsp:cNvPr id="0" name=""/>
        <dsp:cNvSpPr/>
      </dsp:nvSpPr>
      <dsp:spPr>
        <a:xfrm>
          <a:off x="373994" y="1839033"/>
          <a:ext cx="681071" cy="6810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8464931-F10D-4462-B8C6-BF4AEC4249E1}">
      <dsp:nvSpPr>
        <dsp:cNvPr id="0" name=""/>
        <dsp:cNvSpPr/>
      </dsp:nvSpPr>
      <dsp:spPr>
        <a:xfrm>
          <a:off x="402151" y="2724568"/>
          <a:ext cx="9456910" cy="54485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2480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Student Record Management</a:t>
          </a:r>
          <a:endParaRPr lang="en-US" sz="3100" kern="1200" dirty="0"/>
        </a:p>
      </dsp:txBody>
      <dsp:txXfrm>
        <a:off x="402151" y="2724568"/>
        <a:ext cx="9456910" cy="544856"/>
      </dsp:txXfrm>
    </dsp:sp>
    <dsp:sp modelId="{7B46E1EF-3BDA-4896-8098-F9AA5401DB64}">
      <dsp:nvSpPr>
        <dsp:cNvPr id="0" name=""/>
        <dsp:cNvSpPr/>
      </dsp:nvSpPr>
      <dsp:spPr>
        <a:xfrm>
          <a:off x="61615" y="2656461"/>
          <a:ext cx="681071" cy="6810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et.net/lectures/xml-fall07/xdbm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Rockwell" panose="02060603020205020403" pitchFamily="18" charset="0"/>
              </a:rPr>
              <a:t>Student database </a:t>
            </a:r>
            <a:br>
              <a:rPr lang="en-US" sz="5400" dirty="0">
                <a:latin typeface="Rockwell" panose="02060603020205020403" pitchFamily="18" charset="0"/>
              </a:rPr>
            </a:br>
            <a:r>
              <a:rPr lang="en-US" sz="5400" dirty="0">
                <a:latin typeface="Rockwell" panose="02060603020205020403" pitchFamily="18" charset="0"/>
              </a:rPr>
              <a:t>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Prepared By: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Vishal.s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037-6480-7AF1-C464-C831803D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F8764-794F-66FE-E30F-966128AC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Student Database Management System is a desktop application developed to manage student information efficiently.</a:t>
            </a:r>
          </a:p>
          <a:p>
            <a:r>
              <a:rPr lang="en-US" dirty="0"/>
              <a:t>The system allows:</a:t>
            </a:r>
          </a:p>
          <a:p>
            <a:r>
              <a:rPr lang="en-US" dirty="0"/>
              <a:t>Secure login authentication </a:t>
            </a:r>
          </a:p>
          <a:p>
            <a:r>
              <a:rPr lang="en-US" dirty="0"/>
              <a:t>Adding student details </a:t>
            </a:r>
          </a:p>
          <a:p>
            <a:r>
              <a:rPr lang="en-US" dirty="0"/>
              <a:t>Storing records in MySQL database </a:t>
            </a:r>
          </a:p>
          <a:p>
            <a:r>
              <a:rPr lang="en-US" dirty="0"/>
              <a:t>Managing student data digitally </a:t>
            </a:r>
          </a:p>
          <a:p>
            <a:r>
              <a:rPr lang="en-US" dirty="0"/>
              <a:t>This project reduces manual paperwork and improves data management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2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Objectives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develop a user-friendly student management application </a:t>
            </a:r>
          </a:p>
          <a:p>
            <a:r>
              <a:rPr lang="en-US" dirty="0"/>
              <a:t>To store student records in a database </a:t>
            </a:r>
          </a:p>
          <a:p>
            <a:r>
              <a:rPr lang="en-US" dirty="0"/>
              <a:t>To implement login authentication </a:t>
            </a:r>
          </a:p>
          <a:p>
            <a:r>
              <a:rPr lang="en-US" dirty="0"/>
              <a:t>To connect Java application with MySQL database </a:t>
            </a:r>
          </a:p>
          <a:p>
            <a:r>
              <a:rPr lang="en-US" dirty="0"/>
              <a:t>To perform student data insertion operations efficiently 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Technologies Used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4A18C1-D4D9-CBA9-24EA-7A7E5DBC6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318058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C84D-19E2-62FB-5BB7-EBA350E0B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DFA043E-2B48-22FB-8429-9F7CAA1D351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733" r="4733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34431-F22A-6EC1-1CE2-86E09211F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Working Flow</a:t>
            </a:r>
          </a:p>
          <a:p>
            <a:r>
              <a:rPr lang="en-US" sz="2400" dirty="0"/>
              <a:t>User enters login credentials </a:t>
            </a:r>
          </a:p>
          <a:p>
            <a:r>
              <a:rPr lang="en-US" sz="2400" dirty="0"/>
              <a:t>Login is validated </a:t>
            </a:r>
          </a:p>
          <a:p>
            <a:r>
              <a:rPr lang="en-US" sz="2400" dirty="0"/>
              <a:t>User enters student details </a:t>
            </a:r>
          </a:p>
          <a:p>
            <a:r>
              <a:rPr lang="en-US" sz="2400" dirty="0"/>
              <a:t>Data is sent through JDBC </a:t>
            </a:r>
          </a:p>
          <a:p>
            <a:r>
              <a:rPr lang="en-US" sz="2400" dirty="0"/>
              <a:t>MySQL stores the student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F09C54-25D0-84D5-C3FC-45EF729303EA}"/>
              </a:ext>
            </a:extLst>
          </p:cNvPr>
          <p:cNvSpPr txBox="1"/>
          <p:nvPr/>
        </p:nvSpPr>
        <p:spPr>
          <a:xfrm>
            <a:off x="7380721" y="5791200"/>
            <a:ext cx="36666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www.dret.net/lectures/xml-fall07/xdbm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2462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Modules of the System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924" y="1786805"/>
            <a:ext cx="9905999" cy="59482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1. Login Module</a:t>
            </a:r>
          </a:p>
          <a:p>
            <a:r>
              <a:rPr lang="en-US" dirty="0"/>
              <a:t>Verifies username and password </a:t>
            </a:r>
          </a:p>
          <a:p>
            <a:r>
              <a:rPr lang="en-US" dirty="0"/>
              <a:t>Provides secure access </a:t>
            </a:r>
          </a:p>
          <a:p>
            <a:pPr marL="0" indent="0">
              <a:buNone/>
            </a:pPr>
            <a:r>
              <a:rPr lang="en-US" b="1" dirty="0"/>
              <a:t>2. Add Student Module</a:t>
            </a:r>
          </a:p>
          <a:p>
            <a:r>
              <a:rPr lang="en-US" dirty="0"/>
              <a:t>Accepts student details </a:t>
            </a:r>
          </a:p>
          <a:p>
            <a:r>
              <a:rPr lang="en-US" dirty="0"/>
              <a:t>Saves information into database </a:t>
            </a:r>
          </a:p>
          <a:p>
            <a:pPr marL="0" indent="0">
              <a:buNone/>
            </a:pPr>
            <a:r>
              <a:rPr lang="en-US" b="1" dirty="0"/>
              <a:t>3. Database Connectivity Module</a:t>
            </a:r>
          </a:p>
          <a:p>
            <a:r>
              <a:rPr lang="en-US" dirty="0"/>
              <a:t>Establishes connection between Java and MySQL</a:t>
            </a:r>
          </a:p>
          <a:p>
            <a:pPr marL="0" lv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BA4F-C4EF-024C-31C8-E206053E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E0586-8667-A566-BD70-E4BFEF6E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802" y="1813552"/>
            <a:ext cx="9905999" cy="477863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Login.java</a:t>
            </a:r>
          </a:p>
          <a:p>
            <a:r>
              <a:rPr lang="en-US" dirty="0"/>
              <a:t>Handles user authentication </a:t>
            </a:r>
          </a:p>
          <a:p>
            <a:r>
              <a:rPr lang="en-US" dirty="0"/>
              <a:t>Checks username and password </a:t>
            </a:r>
          </a:p>
          <a:p>
            <a:r>
              <a:rPr lang="en-US" dirty="0"/>
              <a:t>Opens </a:t>
            </a:r>
            <a:r>
              <a:rPr lang="en-US" dirty="0" err="1"/>
              <a:t>AddStudent</a:t>
            </a:r>
            <a:r>
              <a:rPr lang="en-US" dirty="0"/>
              <a:t> window after successful login </a:t>
            </a:r>
          </a:p>
          <a:p>
            <a:r>
              <a:rPr lang="en-US" b="1" dirty="0"/>
              <a:t>AddStudent.java</a:t>
            </a:r>
          </a:p>
          <a:p>
            <a:r>
              <a:rPr lang="en-US" dirty="0"/>
              <a:t>Collects student information </a:t>
            </a:r>
          </a:p>
          <a:p>
            <a:r>
              <a:rPr lang="en-US" dirty="0"/>
              <a:t>Inserts data into database using SQL query </a:t>
            </a:r>
          </a:p>
          <a:p>
            <a:r>
              <a:rPr lang="en-US" b="1" dirty="0"/>
              <a:t>DBConnection.java</a:t>
            </a:r>
          </a:p>
          <a:p>
            <a:r>
              <a:rPr lang="en-US" dirty="0"/>
              <a:t>Creates database connection using JDBC </a:t>
            </a:r>
          </a:p>
          <a:p>
            <a:r>
              <a:rPr lang="en-US" b="1" dirty="0"/>
              <a:t>SQL Script</a:t>
            </a:r>
          </a:p>
          <a:p>
            <a:r>
              <a:rPr lang="en-US" dirty="0"/>
              <a:t>Creates database and student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3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44C2-4DFE-81D0-C345-B4939B9F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465A34-6C51-A5A8-F4C1-FA7601F38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641967"/>
              </p:ext>
            </p:extLst>
          </p:nvPr>
        </p:nvGraphicFramePr>
        <p:xfrm>
          <a:off x="1141413" y="1754372"/>
          <a:ext cx="9906000" cy="4561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12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2E8E-7A27-21ED-5EC6-A5642592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55F207-BED7-A2F2-802A-5F8040E84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965516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7929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897F-33A6-BAD9-64FC-CBA45953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AB63-2831-D01E-104B-E473B47A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16149"/>
            <a:ext cx="9905999" cy="506109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Update and Delete student records </a:t>
            </a:r>
          </a:p>
          <a:p>
            <a:r>
              <a:rPr lang="en-US" dirty="0"/>
              <a:t>Search functionality </a:t>
            </a:r>
          </a:p>
          <a:p>
            <a:r>
              <a:rPr lang="en-US" dirty="0"/>
              <a:t>Attendance management </a:t>
            </a:r>
          </a:p>
          <a:p>
            <a:r>
              <a:rPr lang="en-US" dirty="0"/>
              <a:t>Report generation </a:t>
            </a:r>
          </a:p>
          <a:p>
            <a:r>
              <a:rPr lang="en-US" dirty="0"/>
              <a:t>Admin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05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ECAB-777F-310B-67FB-332FE378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3D49-4129-D9AA-B87C-BBF65DA70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Student Database Management System successfully manages student information using Java and MySQL.</a:t>
            </a:r>
          </a:p>
          <a:p>
            <a:r>
              <a:rPr lang="en-US" dirty="0"/>
              <a:t>The project demonstrates:</a:t>
            </a:r>
          </a:p>
          <a:p>
            <a:r>
              <a:rPr lang="en-US" dirty="0"/>
              <a:t>GUI development using Java Swing </a:t>
            </a:r>
          </a:p>
          <a:p>
            <a:r>
              <a:rPr lang="en-US" dirty="0"/>
              <a:t>Database connectivity using JDBC </a:t>
            </a:r>
          </a:p>
          <a:p>
            <a:r>
              <a:rPr lang="en-US" dirty="0"/>
              <a:t>Data storage using MySQL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90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31</TotalTime>
  <Words>311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Rockwell</vt:lpstr>
      <vt:lpstr>Tahoma</vt:lpstr>
      <vt:lpstr>Tw Cen MT</vt:lpstr>
      <vt:lpstr>Circuit</vt:lpstr>
      <vt:lpstr>Student database  management</vt:lpstr>
      <vt:lpstr>Introduction</vt:lpstr>
      <vt:lpstr>Objectives</vt:lpstr>
      <vt:lpstr>Technologies Used</vt:lpstr>
      <vt:lpstr>System Architecture</vt:lpstr>
      <vt:lpstr>Modules of the System</vt:lpstr>
      <vt:lpstr>Code Explanation</vt:lpstr>
      <vt:lpstr>Advantages</vt:lpstr>
      <vt:lpstr>Applications</vt:lpstr>
      <vt:lpstr>Future Enhancement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Vimal Vijay kumar</dc:creator>
  <cp:lastModifiedBy>Mr. Vimal Vijay kumar</cp:lastModifiedBy>
  <cp:revision>1</cp:revision>
  <dcterms:created xsi:type="dcterms:W3CDTF">2026-05-20T16:41:33Z</dcterms:created>
  <dcterms:modified xsi:type="dcterms:W3CDTF">2026-05-20T17:12:57Z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